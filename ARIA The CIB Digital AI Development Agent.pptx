
<file path=[Content_Types].xml><?xml version="1.0" encoding="utf-8"?>
<Types xmlns="http://schemas.openxmlformats.org/package/2006/content-types">
  <Default Extension="xml" ContentType="application/vnd.openxmlformats-package.core-properties+xml"/>
  <Default Extension="jpeg" ContentType="image/jpeg"/>
  <Default Extension="bin" ContentType="application/vnd.openxmlformats-officedocument.oleObject"/>
  <Default Extension="emf" ContentType="image/x-emf"/>
  <Default Extension="png" ContentType="image/png"/>
  <Default Extension="svg" ContentType="image/svg+xml"/>
  <Default Extension="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tableStyles.xml" ContentType="application/vnd.openxmlformats-officedocument.presentationml.tableStyles+xml"/>
  <Override PartName="/ppt/viewProps.xml" ContentType="application/vnd.openxmlformats-officedocument.presentationml.viewProps+xml"/>
  <Override PartName="/ppt/slides/slide322.xml" ContentType="application/vnd.openxmlformats-officedocument.presentationml.slide+xml"/>
  <Override PartName="/ppt/slideLayouts/slideLayout11212.xml" ContentType="application/vnd.openxmlformats-officedocument.presentationml.slideLayout+xml"/>
  <Override PartName="/ppt/slideMasters/slideMaster122.xml" ContentType="application/vnd.openxmlformats-officedocument.presentationml.slideMaster+xml"/>
  <Override PartName="/ppt/theme/theme122.xml" ContentType="application/vnd.openxmlformats-officedocument.theme+xml"/>
  <Override PartName="/ppt/tags/tag211.xml" ContentType="application/vnd.openxmlformats-officedocument.presentationml.tags+xml"/>
  <Override PartName="/ppt/tags/tag322.xml" ContentType="application/vnd.openxmlformats-officedocument.presentationml.tags+xml"/>
  <Override PartName="/ppt/tags/tag1733.xml" ContentType="application/vnd.openxmlformats-officedocument.presentationml.tags+xml"/>
  <Override PartName="/ppt/tags/tag2144.xml" ContentType="application/vnd.openxmlformats-officedocument.presentationml.tags+xml"/>
  <Override PartName="/ppt/tags/tag1655.xml" ContentType="application/vnd.openxmlformats-officedocument.presentationml.tags+xml"/>
  <Override PartName="/ppt/tags/tag1566.xml" ContentType="application/vnd.openxmlformats-officedocument.presentationml.tags+xml"/>
  <Override PartName="/ppt/tags/tag2077.xml" ContentType="application/vnd.openxmlformats-officedocument.presentationml.tags+xml"/>
  <Override PartName="/ppt/tags/tag1988.xml" ContentType="application/vnd.openxmlformats-officedocument.presentationml.tags+xml"/>
  <Override PartName="/ppt/tags/tag1899.xml" ContentType="application/vnd.openxmlformats-officedocument.presentationml.tags+xml"/>
  <Override PartName="/ppt/slides/slide523.xml" ContentType="application/vnd.openxmlformats-officedocument.presentationml.slide+xml"/>
  <Override PartName="/ppt/tags/tag29110.xml" ContentType="application/vnd.openxmlformats-officedocument.presentationml.tags+xml"/>
  <Override PartName="/ppt/tags/tag28211.xml" ContentType="application/vnd.openxmlformats-officedocument.presentationml.tags+xml"/>
  <Override PartName="/ppt/tags/tag27312.xml" ContentType="application/vnd.openxmlformats-officedocument.presentationml.tags+xml"/>
  <Override PartName="/ppt/slideLayouts/slideLayout51213.xml" ContentType="application/vnd.openxmlformats-officedocument.presentationml.slideLayout+xml"/>
  <Override PartName="/ppt/slideMasters/slideMaster123.xml" ContentType="application/vnd.openxmlformats-officedocument.presentationml.slideMaster+xml"/>
  <Override PartName="/ppt/theme/theme123.xml" ContentType="application/vnd.openxmlformats-officedocument.theme+xml"/>
  <Override PartName="/ppt/tags/tag2413.xml" ContentType="application/vnd.openxmlformats-officedocument.presentationml.tags+xml"/>
  <Override PartName="/ppt/tags/tag31514.xml" ContentType="application/vnd.openxmlformats-officedocument.presentationml.tags+xml"/>
  <Override PartName="/ppt/tags/tag30615.xml" ContentType="application/vnd.openxmlformats-officedocument.presentationml.tags+xml"/>
  <Override PartName="/ppt/notesSlides/notesSlide11.xml" ContentType="application/vnd.openxmlformats-officedocument.presentationml.notesSlide+xml"/>
  <Override PartName="/ppt/slides/slide924.xml" ContentType="application/vnd.openxmlformats-officedocument.presentationml.slide+xml"/>
  <Override PartName="/ppt/tags/tag80116.xml" ContentType="application/vnd.openxmlformats-officedocument.presentationml.tags+xml"/>
  <Override PartName="/ppt/tags/tag85217.xml" ContentType="application/vnd.openxmlformats-officedocument.presentationml.tags+xml"/>
  <Override PartName="/ppt/tags/tag75318.xml" ContentType="application/vnd.openxmlformats-officedocument.presentationml.tags+xml"/>
  <Override PartName="/ppt/tags/tag79419.xml" ContentType="application/vnd.openxmlformats-officedocument.presentationml.tags+xml"/>
  <Override PartName="/ppt/tags/tag84520.xml" ContentType="application/vnd.openxmlformats-officedocument.presentationml.tags+xml"/>
  <Override PartName="/ppt/tags/tag74621.xml" ContentType="application/vnd.openxmlformats-officedocument.presentationml.tags+xml"/>
  <Override PartName="/ppt/slideLayouts/slideLayout51214.xml" ContentType="application/vnd.openxmlformats-officedocument.presentationml.slideLayout+xml"/>
  <Override PartName="/ppt/slideMasters/slideMaster124.xml" ContentType="application/vnd.openxmlformats-officedocument.presentationml.slideMaster+xml"/>
  <Override PartName="/ppt/theme/theme124.xml" ContentType="application/vnd.openxmlformats-officedocument.theme+xml"/>
  <Override PartName="/ppt/tags/tag2722.xml" ContentType="application/vnd.openxmlformats-officedocument.presentationml.tags+xml"/>
  <Override PartName="/ppt/tags/tag73823.xml" ContentType="application/vnd.openxmlformats-officedocument.presentationml.tags+xml"/>
  <Override PartName="/ppt/tags/tag78924.xml" ContentType="application/vnd.openxmlformats-officedocument.presentationml.tags+xml"/>
  <Override PartName="/ppt/tags/tag831025.xml" ContentType="application/vnd.openxmlformats-officedocument.presentationml.tags+xml"/>
  <Override PartName="/ppt/tags/tag771126.xml" ContentType="application/vnd.openxmlformats-officedocument.presentationml.tags+xml"/>
  <Override PartName="/ppt/tags/tag871227.xml" ContentType="application/vnd.openxmlformats-officedocument.presentationml.tags+xml"/>
  <Override PartName="/ppt/tags/tag821328.xml" ContentType="application/vnd.openxmlformats-officedocument.presentationml.tags+xml"/>
  <Override PartName="/ppt/tags/tag761429.xml" ContentType="application/vnd.openxmlformats-officedocument.presentationml.tags+xml"/>
  <Override PartName="/ppt/tags/tag811530.xml" ContentType="application/vnd.openxmlformats-officedocument.presentationml.tags+xml"/>
  <Override PartName="/ppt/tags/tag861631.xml" ContentType="application/vnd.openxmlformats-officedocument.presentationml.tags+xml"/>
  <Override PartName="/ppt/notesSlides/notesSlide12.xml" ContentType="application/vnd.openxmlformats-officedocument.presentationml.notesSlide+xml"/>
  <Override PartName="/ppt/slides/slide3725.xml" ContentType="application/vnd.openxmlformats-officedocument.presentationml.slide+xml"/>
  <Override PartName="/ppt/tags/tag409132.xml" ContentType="application/vnd.openxmlformats-officedocument.presentationml.tags+xml"/>
  <Override PartName="/ppt/tags/tag414233.xml" ContentType="application/vnd.openxmlformats-officedocument.presentationml.tags+xml"/>
  <Override PartName="/ppt/tags/tag404334.xml" ContentType="application/vnd.openxmlformats-officedocument.presentationml.tags+xml"/>
  <Override PartName="/ppt/tags/tag408435.xml" ContentType="application/vnd.openxmlformats-officedocument.presentationml.tags+xml"/>
  <Override PartName="/ppt/tags/tag413536.xml" ContentType="application/vnd.openxmlformats-officedocument.presentationml.tags+xml"/>
  <Override PartName="/ppt/tags/tag403637.xml" ContentType="application/vnd.openxmlformats-officedocument.presentationml.tags+xml"/>
  <Override PartName="/ppt/tags/tag402738.xml" ContentType="application/vnd.openxmlformats-officedocument.presentationml.tags+xml"/>
  <Override PartName="/ppt/tags/tag407839.xml" ContentType="application/vnd.openxmlformats-officedocument.presentationml.tags+xml"/>
  <Override PartName="/ppt/tags/tag412940.xml" ContentType="application/vnd.openxmlformats-officedocument.presentationml.tags+xml"/>
  <Override PartName="/ppt/tags/tag4061041.xml" ContentType="application/vnd.openxmlformats-officedocument.presentationml.tags+xml"/>
  <Override PartName="/ppt/slideLayouts/slideLayout21215.xml" ContentType="application/vnd.openxmlformats-officedocument.presentationml.slideLayout+xml"/>
  <Override PartName="/ppt/slideMasters/slideMaster125.xml" ContentType="application/vnd.openxmlformats-officedocument.presentationml.slideMaster+xml"/>
  <Override PartName="/ppt/theme/theme125.xml" ContentType="application/vnd.openxmlformats-officedocument.theme+xml"/>
  <Override PartName="/ppt/tags/tag21142.xml" ContentType="application/vnd.openxmlformats-officedocument.presentationml.tags+xml"/>
  <Override PartName="/ppt/tags/tag41243.xml" ContentType="application/vnd.openxmlformats-officedocument.presentationml.tags+xml"/>
  <Override PartName="/ppt/tags/tag4111344.xml" ContentType="application/vnd.openxmlformats-officedocument.presentationml.tags+xml"/>
  <Override PartName="/ppt/tags/tag4051445.xml" ContentType="application/vnd.openxmlformats-officedocument.presentationml.tags+xml"/>
  <Override PartName="/ppt/tags/tag4101546.xml" ContentType="application/vnd.openxmlformats-officedocument.presentationml.tags+xml"/>
  <Override PartName="/ppt/tags/tag4151647.xml" ContentType="application/vnd.openxmlformats-officedocument.presentationml.tags+xml"/>
  <Override PartName="/ppt/notesSlides/notesSlide13.xml" ContentType="application/vnd.openxmlformats-officedocument.presentationml.notesSlide+xml"/>
  <Override PartName="/ppt/slides/slide8326.xml" ContentType="application/vnd.openxmlformats-officedocument.presentationml.slide+xml"/>
  <Override PartName="/ppt/tags/tag1202148.xml" ContentType="application/vnd.openxmlformats-officedocument.presentationml.tags+xml"/>
  <Override PartName="/ppt/tags/tag1197249.xml" ContentType="application/vnd.openxmlformats-officedocument.presentationml.tags+xml"/>
  <Override PartName="/ppt/tags/tag1201350.xml" ContentType="application/vnd.openxmlformats-officedocument.presentationml.tags+xml"/>
  <Override PartName="/ppt/slideLayouts/slideLayout21216.xml" ContentType="application/vnd.openxmlformats-officedocument.presentationml.slideLayout+xml"/>
  <Override PartName="/ppt/slideMasters/slideMaster126.xml" ContentType="application/vnd.openxmlformats-officedocument.presentationml.slideMaster+xml"/>
  <Override PartName="/ppt/theme/theme126.xml" ContentType="application/vnd.openxmlformats-officedocument.theme+xml"/>
  <Override PartName="/ppt/tags/tag2451.xml" ContentType="application/vnd.openxmlformats-officedocument.presentationml.tags+xml"/>
  <Override PartName="/ppt/tags/tag4552.xml" ContentType="application/vnd.openxmlformats-officedocument.presentationml.tags+xml"/>
  <Override PartName="/ppt/tags/tag1196653.xml" ContentType="application/vnd.openxmlformats-officedocument.presentationml.tags+xml"/>
  <Override PartName="/ppt/tags/tag1195754.xml" ContentType="application/vnd.openxmlformats-officedocument.presentationml.tags+xml"/>
  <Override PartName="/ppt/tags/tag1200855.xml" ContentType="application/vnd.openxmlformats-officedocument.presentationml.tags+xml"/>
  <Override PartName="/ppt/tags/tag1205956.xml" ContentType="application/vnd.openxmlformats-officedocument.presentationml.tags+xml"/>
  <Override PartName="/ppt/tags/tag11991057.xml" ContentType="application/vnd.openxmlformats-officedocument.presentationml.tags+xml"/>
  <Override PartName="/ppt/tags/tag12041158.xml" ContentType="application/vnd.openxmlformats-officedocument.presentationml.tags+xml"/>
  <Override PartName="/ppt/tags/tag11981259.xml" ContentType="application/vnd.openxmlformats-officedocument.presentationml.tags+xml"/>
  <Override PartName="/ppt/tags/tag12031360.xml" ContentType="application/vnd.openxmlformats-officedocument.presentationml.tags+xml"/>
  <Override PartName="/ppt/notesSlides/notesSlide14.xml" ContentType="application/vnd.openxmlformats-officedocument.presentationml.notesSlide+xml"/>
  <Override PartName="/ppt/slides/slide16127.xml" ContentType="application/vnd.openxmlformats-officedocument.presentationml.slide+xml"/>
  <Override PartName="/ppt/tags/tag2582161.xml" ContentType="application/vnd.openxmlformats-officedocument.presentationml.tags+xml"/>
  <Override PartName="/ppt/tags/tag2587262.xml" ContentType="application/vnd.openxmlformats-officedocument.presentationml.tags+xml"/>
  <Override PartName="/ppt/tags/tag2577363.xml" ContentType="application/vnd.openxmlformats-officedocument.presentationml.tags+xml"/>
  <Override PartName="/ppt/tags/tag2581464.xml" ContentType="application/vnd.openxmlformats-officedocument.presentationml.tags+xml"/>
  <Override PartName="/ppt/tags/tag2586565.xml" ContentType="application/vnd.openxmlformats-officedocument.presentationml.tags+xml"/>
  <Override PartName="/ppt/tags/tag2576666.xml" ContentType="application/vnd.openxmlformats-officedocument.presentationml.tags+xml"/>
  <Override PartName="/ppt/slideLayouts/slideLayout51217.xml" ContentType="application/vnd.openxmlformats-officedocument.presentationml.slideLayout+xml"/>
  <Override PartName="/ppt/slideMasters/slideMaster127.xml" ContentType="application/vnd.openxmlformats-officedocument.presentationml.slideMaster+xml"/>
  <Override PartName="/ppt/theme/theme127.xml" ContentType="application/vnd.openxmlformats-officedocument.theme+xml"/>
  <Override PartName="/ppt/tags/tag2767.xml" ContentType="application/vnd.openxmlformats-officedocument.presentationml.tags+xml"/>
  <Override PartName="/ppt/tags/tag2575868.xml" ContentType="application/vnd.openxmlformats-officedocument.presentationml.tags+xml"/>
  <Override PartName="/ppt/tags/tag2580969.xml" ContentType="application/vnd.openxmlformats-officedocument.presentationml.tags+xml"/>
  <Override PartName="/ppt/tags/tag25851070.xml" ContentType="application/vnd.openxmlformats-officedocument.presentationml.tags+xml"/>
  <Override PartName="/ppt/tags/tag25791171.xml" ContentType="application/vnd.openxmlformats-officedocument.presentationml.tags+xml"/>
  <Override PartName="/ppt/tags/tag25891272.xml" ContentType="application/vnd.openxmlformats-officedocument.presentationml.tags+xml"/>
  <Override PartName="/ppt/tags/tag25841373.xml" ContentType="application/vnd.openxmlformats-officedocument.presentationml.tags+xml"/>
  <Override PartName="/ppt/tags/tag25781474.xml" ContentType="application/vnd.openxmlformats-officedocument.presentationml.tags+xml"/>
  <Override PartName="/ppt/tags/tag25831575.xml" ContentType="application/vnd.openxmlformats-officedocument.presentationml.tags+xml"/>
  <Override PartName="/ppt/tags/tag25881676.xml" ContentType="application/vnd.openxmlformats-officedocument.presentationml.tags+xml"/>
  <Override PartName="/ppt/notesSlides/notesSlide15.xml" ContentType="application/vnd.openxmlformats-officedocument.presentationml.notesSlide+xml"/>
  <Override PartName="/ppt/slides/slide13528.xml" ContentType="application/vnd.openxmlformats-officedocument.presentationml.slide+xml"/>
  <Override PartName="/ppt/tags/tag2006177.xml" ContentType="application/vnd.openxmlformats-officedocument.presentationml.tags+xml"/>
  <Override PartName="/ppt/tags/tag2011278.xml" ContentType="application/vnd.openxmlformats-officedocument.presentationml.tags+xml"/>
  <Override PartName="/ppt/slideLayouts/slideLayout21218.xml" ContentType="application/vnd.openxmlformats-officedocument.presentationml.slideLayout+xml"/>
  <Override PartName="/ppt/slideMasters/slideMaster128.xml" ContentType="application/vnd.openxmlformats-officedocument.presentationml.slideMaster+xml"/>
  <Override PartName="/ppt/theme/theme128.xml" ContentType="application/vnd.openxmlformats-officedocument.theme+xml"/>
  <Override PartName="/ppt/tags/tag2379.xml" ContentType="application/vnd.openxmlformats-officedocument.presentationml.tags+xml"/>
  <Override PartName="/ppt/tags/tag4480.xml" ContentType="application/vnd.openxmlformats-officedocument.presentationml.tags+xml"/>
  <Override PartName="/ppt/tags/tag2001581.xml" ContentType="application/vnd.openxmlformats-officedocument.presentationml.tags+xml"/>
  <Override PartName="/ppt/tags/tag2005682.xml" ContentType="application/vnd.openxmlformats-officedocument.presentationml.tags+xml"/>
  <Override PartName="/ppt/tags/tag2010783.xml" ContentType="application/vnd.openxmlformats-officedocument.presentationml.tags+xml"/>
  <Override PartName="/ppt/tags/tag2015884.xml" ContentType="application/vnd.openxmlformats-officedocument.presentationml.tags+xml"/>
  <Override PartName="/ppt/tags/tag2000985.xml" ContentType="application/vnd.openxmlformats-officedocument.presentationml.tags+xml"/>
  <Override PartName="/ppt/tags/tag20141086.xml" ContentType="application/vnd.openxmlformats-officedocument.presentationml.tags+xml"/>
  <Override PartName="/ppt/tags/tag19991187.xml" ContentType="application/vnd.openxmlformats-officedocument.presentationml.tags+xml"/>
  <Override PartName="/ppt/tags/tag20041288.xml" ContentType="application/vnd.openxmlformats-officedocument.presentationml.tags+xml"/>
  <Override PartName="/ppt/tags/tag20091389.xml" ContentType="application/vnd.openxmlformats-officedocument.presentationml.tags+xml"/>
  <Override PartName="/ppt/tags/tag20031490.xml" ContentType="application/vnd.openxmlformats-officedocument.presentationml.tags+xml"/>
  <Override PartName="/ppt/tags/tag20131591.xml" ContentType="application/vnd.openxmlformats-officedocument.presentationml.tags+xml"/>
  <Override PartName="/ppt/tags/tag20081692.xml" ContentType="application/vnd.openxmlformats-officedocument.presentationml.tags+xml"/>
  <Override PartName="/ppt/tags/tag20021793.xml" ContentType="application/vnd.openxmlformats-officedocument.presentationml.tags+xml"/>
  <Override PartName="/ppt/tags/tag20071894.xml" ContentType="application/vnd.openxmlformats-officedocument.presentationml.tags+xml"/>
  <Override PartName="/ppt/tags/tag20121995.xml" ContentType="application/vnd.openxmlformats-officedocument.presentationml.tags+xml"/>
  <Override PartName="/ppt/notesSlides/notesSlide16.xml" ContentType="application/vnd.openxmlformats-officedocument.presentationml.notesSlide+xml"/>
  <Override PartName="/ppt/slides/slide7729.xml" ContentType="application/vnd.openxmlformats-officedocument.presentationml.slide+xml"/>
  <Override PartName="/ppt/tags/tag1142196.xml" ContentType="application/vnd.openxmlformats-officedocument.presentationml.tags+xml"/>
  <Override PartName="/ppt/tags/tag1137297.xml" ContentType="application/vnd.openxmlformats-officedocument.presentationml.tags+xml"/>
  <Override PartName="/ppt/tags/tag1141398.xml" ContentType="application/vnd.openxmlformats-officedocument.presentationml.tags+xml"/>
  <Override PartName="/ppt/slideLayouts/slideLayout21219.xml" ContentType="application/vnd.openxmlformats-officedocument.presentationml.slideLayout+xml"/>
  <Override PartName="/ppt/slideMasters/slideMaster129.xml" ContentType="application/vnd.openxmlformats-officedocument.presentationml.slideMaster+xml"/>
  <Override PartName="/ppt/theme/theme129.xml" ContentType="application/vnd.openxmlformats-officedocument.theme+xml"/>
  <Override PartName="/ppt/tags/tag2499.xml" ContentType="application/vnd.openxmlformats-officedocument.presentationml.tags+xml"/>
  <Override PartName="/ppt/tags/tag45100.xml" ContentType="application/vnd.openxmlformats-officedocument.presentationml.tags+xml"/>
  <Override PartName="/ppt/tags/tag11366101.xml" ContentType="application/vnd.openxmlformats-officedocument.presentationml.tags+xml"/>
  <Override PartName="/ppt/tags/tag11357102.xml" ContentType="application/vnd.openxmlformats-officedocument.presentationml.tags+xml"/>
  <Override PartName="/ppt/tags/tag11408103.xml" ContentType="application/vnd.openxmlformats-officedocument.presentationml.tags+xml"/>
  <Override PartName="/ppt/tags/tag11459104.xml" ContentType="application/vnd.openxmlformats-officedocument.presentationml.tags+xml"/>
  <Override PartName="/ppt/tags/tag113910105.xml" ContentType="application/vnd.openxmlformats-officedocument.presentationml.tags+xml"/>
  <Override PartName="/ppt/tags/tag114411106.xml" ContentType="application/vnd.openxmlformats-officedocument.presentationml.tags+xml"/>
  <Override PartName="/ppt/tags/tag113812107.xml" ContentType="application/vnd.openxmlformats-officedocument.presentationml.tags+xml"/>
  <Override PartName="/ppt/tags/tag114313108.xml" ContentType="application/vnd.openxmlformats-officedocument.presentationml.tags+xml"/>
  <Override PartName="/ppt/notesSlides/notesSlide17.xml" ContentType="application/vnd.openxmlformats-officedocument.presentationml.notesSlide+xml"/>
  <Override PartName="/ppt/slides/slide83210.xml" ContentType="application/vnd.openxmlformats-officedocument.presentationml.slide+xml"/>
  <Override PartName="/ppt/tags/tag12021109.xml" ContentType="application/vnd.openxmlformats-officedocument.presentationml.tags+xml"/>
  <Override PartName="/ppt/tags/tag11972110.xml" ContentType="application/vnd.openxmlformats-officedocument.presentationml.tags+xml"/>
  <Override PartName="/ppt/tags/tag12013111.xml" ContentType="application/vnd.openxmlformats-officedocument.presentationml.tags+xml"/>
  <Override PartName="/ppt/slideLayouts/slideLayout21220.xml" ContentType="application/vnd.openxmlformats-officedocument.presentationml.slideLayout+xml"/>
  <Override PartName="/ppt/slideMasters/slideMaster1210.xml" ContentType="application/vnd.openxmlformats-officedocument.presentationml.slideMaster+xml"/>
  <Override PartName="/ppt/theme/theme1210.xml" ContentType="application/vnd.openxmlformats-officedocument.theme+xml"/>
  <Override PartName="/ppt/tags/tag24112.xml" ContentType="application/vnd.openxmlformats-officedocument.presentationml.tags+xml"/>
  <Override PartName="/ppt/tags/tag45113.xml" ContentType="application/vnd.openxmlformats-officedocument.presentationml.tags+xml"/>
  <Override PartName="/ppt/tags/tag11966114.xml" ContentType="application/vnd.openxmlformats-officedocument.presentationml.tags+xml"/>
  <Override PartName="/ppt/tags/tag11957115.xml" ContentType="application/vnd.openxmlformats-officedocument.presentationml.tags+xml"/>
  <Override PartName="/ppt/tags/tag12008116.xml" ContentType="application/vnd.openxmlformats-officedocument.presentationml.tags+xml"/>
  <Override PartName="/ppt/tags/tag12059117.xml" ContentType="application/vnd.openxmlformats-officedocument.presentationml.tags+xml"/>
  <Override PartName="/ppt/tags/tag119910118.xml" ContentType="application/vnd.openxmlformats-officedocument.presentationml.tags+xml"/>
  <Override PartName="/ppt/tags/tag120411119.xml" ContentType="application/vnd.openxmlformats-officedocument.presentationml.tags+xml"/>
  <Override PartName="/ppt/tags/tag119812120.xml" ContentType="application/vnd.openxmlformats-officedocument.presentationml.tags+xml"/>
  <Override PartName="/ppt/tags/tag120313121.xml" ContentType="application/vnd.openxmlformats-officedocument.presentationml.tags+xml"/>
  <Override PartName="/ppt/notesSlides/notesSlide18.xml" ContentType="application/vnd.openxmlformats-officedocument.presentationml.notesSlide+xml"/>
  <Override PartName="/ppt/slides/slide137211.xml" ContentType="application/vnd.openxmlformats-officedocument.presentationml.slide+xml"/>
  <Override PartName="/ppt/tags/tag20411122.xml" ContentType="application/vnd.openxmlformats-officedocument.presentationml.tags+xml"/>
  <Override PartName="/ppt/tags/tag20462123.xml" ContentType="application/vnd.openxmlformats-officedocument.presentationml.tags+xml"/>
  <Override PartName="/ppt/tags/tag20513124.xml" ContentType="application/vnd.openxmlformats-officedocument.presentationml.tags+xml"/>
  <Override PartName="/ppt/tags/tag20364125.xml" ContentType="application/vnd.openxmlformats-officedocument.presentationml.tags+xml"/>
  <Override PartName="/ppt/slideLayouts/slideLayout21221.xml" ContentType="application/vnd.openxmlformats-officedocument.presentationml.slideLayout+xml"/>
  <Override PartName="/ppt/slideMasters/slideMaster1211.xml" ContentType="application/vnd.openxmlformats-officedocument.presentationml.slideMaster+xml"/>
  <Override PartName="/ppt/theme/theme1211.xml" ContentType="application/vnd.openxmlformats-officedocument.theme+xml"/>
  <Override PartName="/ppt/tags/tag25126.xml" ContentType="application/vnd.openxmlformats-officedocument.presentationml.tags+xml"/>
  <Override PartName="/ppt/tags/tag46127.xml" ContentType="application/vnd.openxmlformats-officedocument.presentationml.tags+xml"/>
  <Override PartName="/ppt/tags/tag20407128.xml" ContentType="application/vnd.openxmlformats-officedocument.presentationml.tags+xml"/>
  <Override PartName="/ppt/tags/tag20458129.xml" ContentType="application/vnd.openxmlformats-officedocument.presentationml.tags+xml"/>
  <Override PartName="/ppt/tags/tag20509130.xml" ContentType="application/vnd.openxmlformats-officedocument.presentationml.tags+xml"/>
  <Override PartName="/ppt/tags/tag203510131.xml" ContentType="application/vnd.openxmlformats-officedocument.presentationml.tags+xml"/>
  <Override PartName="/ppt/tags/tag204911132.xml" ContentType="application/vnd.openxmlformats-officedocument.presentationml.tags+xml"/>
  <Override PartName="/ppt/tags/tag205312133.xml" ContentType="application/vnd.openxmlformats-officedocument.presentationml.tags+xml"/>
  <Override PartName="/ppt/tags/tag203413134.xml" ContentType="application/vnd.openxmlformats-officedocument.presentationml.tags+xml"/>
  <Override PartName="/ppt/tags/tag203914135.xml" ContentType="application/vnd.openxmlformats-officedocument.presentationml.tags+xml"/>
  <Override PartName="/ppt/tags/tag204415136.xml" ContentType="application/vnd.openxmlformats-officedocument.presentationml.tags+xml"/>
  <Override PartName="/ppt/tags/tag203816137.xml" ContentType="application/vnd.openxmlformats-officedocument.presentationml.tags+xml"/>
  <Override PartName="/ppt/tags/tag204817138.xml" ContentType="application/vnd.openxmlformats-officedocument.presentationml.tags+xml"/>
  <Override PartName="/ppt/tags/tag204318139.xml" ContentType="application/vnd.openxmlformats-officedocument.presentationml.tags+xml"/>
  <Override PartName="/ppt/tags/tag205219140.xml" ContentType="application/vnd.openxmlformats-officedocument.presentationml.tags+xml"/>
  <Override PartName="/ppt/tags/tag203720141.xml" ContentType="application/vnd.openxmlformats-officedocument.presentationml.tags+xml"/>
  <Override PartName="/ppt/tags/tag204221142.xml" ContentType="application/vnd.openxmlformats-officedocument.presentationml.tags+xml"/>
  <Override PartName="/ppt/tags/tag204722143.xml" ContentType="application/vnd.openxmlformats-officedocument.presentationml.tags+xml"/>
  <Override PartName="/ppt/notesSlides/notesSlide19.xml" ContentType="application/vnd.openxmlformats-officedocument.presentationml.notesSlide+xml"/>
  <Override PartName="/ppt/slides/slide129212.xml" ContentType="application/vnd.openxmlformats-officedocument.presentationml.slide+xml"/>
  <Override PartName="/ppt/tags/tag18831144.xml" ContentType="application/vnd.openxmlformats-officedocument.presentationml.tags+xml"/>
  <Override PartName="/ppt/tags/tag18882145.xml" ContentType="application/vnd.openxmlformats-officedocument.presentationml.tags+xml"/>
  <Override PartName="/ppt/tags/tag18933146.xml" ContentType="application/vnd.openxmlformats-officedocument.presentationml.tags+xml"/>
  <Override PartName="/ppt/tags/tag19014147.xml" ContentType="application/vnd.openxmlformats-officedocument.presentationml.tags+xml"/>
  <Override PartName="/ppt/tags/tag18785148.xml" ContentType="application/vnd.openxmlformats-officedocument.presentationml.tags+xml"/>
  <Override PartName="/ppt/tags/tag18966149.xml" ContentType="application/vnd.openxmlformats-officedocument.presentationml.tags+xml"/>
  <Override PartName="/ppt/tags/tag18827150.xml" ContentType="application/vnd.openxmlformats-officedocument.presentationml.tags+xml"/>
  <Override PartName="/ppt/tags/tag18878151.xml" ContentType="application/vnd.openxmlformats-officedocument.presentationml.tags+xml"/>
  <Override PartName="/ppt/tags/tag18929152.xml" ContentType="application/vnd.openxmlformats-officedocument.presentationml.tags+xml"/>
  <Override PartName="/ppt/tags/tag190010153.xml" ContentType="application/vnd.openxmlformats-officedocument.presentationml.tags+xml"/>
  <Override PartName="/ppt/tags/tag187711154.xml" ContentType="application/vnd.openxmlformats-officedocument.presentationml.tags+xml"/>
  <Override PartName="/ppt/tags/tag189112155.xml" ContentType="application/vnd.openxmlformats-officedocument.presentationml.tags+xml"/>
  <Override PartName="/ppt/tags/tag189513156.xml" ContentType="application/vnd.openxmlformats-officedocument.presentationml.tags+xml"/>
  <Override PartName="/ppt/tags/tag187614157.xml" ContentType="application/vnd.openxmlformats-officedocument.presentationml.tags+xml"/>
  <Override PartName="/ppt/tags/tag188115158.xml" ContentType="application/vnd.openxmlformats-officedocument.presentationml.tags+xml"/>
  <Override PartName="/ppt/tags/tag188616159.xml" ContentType="application/vnd.openxmlformats-officedocument.presentationml.tags+xml"/>
  <Override PartName="/ppt/tags/tag189917160.xml" ContentType="application/vnd.openxmlformats-officedocument.presentationml.tags+xml"/>
  <Override PartName="/ppt/tags/tag188018161.xml" ContentType="application/vnd.openxmlformats-officedocument.presentationml.tags+xml"/>
  <Override PartName="/ppt/tags/tag189019162.xml" ContentType="application/vnd.openxmlformats-officedocument.presentationml.tags+xml"/>
  <Override PartName="/ppt/tags/tag189820163.xml" ContentType="application/vnd.openxmlformats-officedocument.presentationml.tags+xml"/>
  <Override PartName="/ppt/tags/tag188521164.xml" ContentType="application/vnd.openxmlformats-officedocument.presentationml.tags+xml"/>
  <Override PartName="/ppt/tags/tag189422165.xml" ContentType="application/vnd.openxmlformats-officedocument.presentationml.tags+xml"/>
  <Override PartName="/ppt/tags/tag187923166.xml" ContentType="application/vnd.openxmlformats-officedocument.presentationml.tags+xml"/>
  <Override PartName="/ppt/tags/tag188424167.xml" ContentType="application/vnd.openxmlformats-officedocument.presentationml.tags+xml"/>
  <Override PartName="/ppt/tags/tag188925168.xml" ContentType="application/vnd.openxmlformats-officedocument.presentationml.tags+xml"/>
  <Override PartName="/ppt/tags/tag189726169.xml" ContentType="application/vnd.openxmlformats-officedocument.presentationml.tags+xml"/>
  <Override PartName="/ppt/slideLayouts/slideLayout51222.xml" ContentType="application/vnd.openxmlformats-officedocument.presentationml.slideLayout+xml"/>
  <Override PartName="/ppt/slideMasters/slideMaster1212.xml" ContentType="application/vnd.openxmlformats-officedocument.presentationml.slideMaster+xml"/>
  <Override PartName="/ppt/theme/theme1212.xml" ContentType="application/vnd.openxmlformats-officedocument.theme+xml"/>
  <Override PartName="/ppt/tags/tag227170.xml" ContentType="application/vnd.openxmlformats-officedocument.presentationml.tags+xml"/>
  <Override PartName="/ppt/notesSlides/notesSlide110.xml" ContentType="application/vnd.openxmlformats-officedocument.presentationml.notesSlide+xml"/>
  <Override PartName="/ppt/slides/slide25213.xml" ContentType="application/vnd.openxmlformats-officedocument.presentationml.slide+xml"/>
  <Override PartName="/ppt/tags/tag2631171.xml" ContentType="application/vnd.openxmlformats-officedocument.presentationml.tags+xml"/>
  <Override PartName="/ppt/slideLayouts/slideLayout21223.xml" ContentType="application/vnd.openxmlformats-officedocument.presentationml.slideLayout+xml"/>
  <Override PartName="/ppt/slideMasters/slideMaster1213.xml" ContentType="application/vnd.openxmlformats-officedocument.presentationml.slideMaster+xml"/>
  <Override PartName="/ppt/theme/theme1213.xml" ContentType="application/vnd.openxmlformats-officedocument.theme+xml"/>
  <Override PartName="/ppt/tags/tag22172.xml" ContentType="application/vnd.openxmlformats-officedocument.presentationml.tags+xml"/>
  <Override PartName="/ppt/tags/tag43173.xml" ContentType="application/vnd.openxmlformats-officedocument.presentationml.tags+xml"/>
  <Override PartName="/ppt/tags/tag2584174.xml" ContentType="application/vnd.openxmlformats-officedocument.presentationml.tags+xml"/>
  <Override PartName="/ppt/tags/tag2625175.xml" ContentType="application/vnd.openxmlformats-officedocument.presentationml.tags+xml"/>
  <Override PartName="/ppt/tags/tag2676176.xml" ContentType="application/vnd.openxmlformats-officedocument.presentationml.tags+xml"/>
  <Override PartName="/ppt/tags/tag2577177.xml" ContentType="application/vnd.openxmlformats-officedocument.presentationml.tags+xml"/>
  <Override PartName="/ppt/tags/tag2568178.xml" ContentType="application/vnd.openxmlformats-officedocument.presentationml.tags+xml"/>
  <Override PartName="/ppt/tags/tag2619179.xml" ContentType="application/vnd.openxmlformats-officedocument.presentationml.tags+xml"/>
  <Override PartName="/ppt/tags/tag26610180.xml" ContentType="application/vnd.openxmlformats-officedocument.presentationml.tags+xml"/>
  <Override PartName="/ppt/tags/tag26011181.xml" ContentType="application/vnd.openxmlformats-officedocument.presentationml.tags+xml"/>
  <Override PartName="/ppt/tags/tag26512182.xml" ContentType="application/vnd.openxmlformats-officedocument.presentationml.tags+xml"/>
  <Override PartName="/ppt/tags/tag25913183.xml" ContentType="application/vnd.openxmlformats-officedocument.presentationml.tags+xml"/>
  <Override PartName="/ppt/tags/tag26414184.xml" ContentType="application/vnd.openxmlformats-officedocument.presentationml.tags+xml"/>
  <Override PartName="/ppt/notesSlides/notesSlide111.xml" ContentType="application/vnd.openxmlformats-officedocument.presentationml.notesSlide+xml"/>
  <Override PartName="/ppt/slides/slide33214.xml" ContentType="application/vnd.openxmlformats-officedocument.presentationml.slide+xml"/>
  <Override PartName="/ppt/tags/tag3571185.xml" ContentType="application/vnd.openxmlformats-officedocument.presentationml.tags+xml"/>
  <Override PartName="/ppt/tags/tag3622186.xml" ContentType="application/vnd.openxmlformats-officedocument.presentationml.tags+xml"/>
  <Override PartName="/ppt/tags/tag3523187.xml" ContentType="application/vnd.openxmlformats-officedocument.presentationml.tags+xml"/>
  <Override PartName="/ppt/tags/tag3564188.xml" ContentType="application/vnd.openxmlformats-officedocument.presentationml.tags+xml"/>
  <Override PartName="/ppt/tags/tag3615189.xml" ContentType="application/vnd.openxmlformats-officedocument.presentationml.tags+xml"/>
  <Override PartName="/ppt/tags/tag3516190.xml" ContentType="application/vnd.openxmlformats-officedocument.presentationml.tags+xml"/>
  <Override PartName="/ppt/tags/tag3507191.xml" ContentType="application/vnd.openxmlformats-officedocument.presentationml.tags+xml"/>
  <Override PartName="/ppt/tags/tag3558192.xml" ContentType="application/vnd.openxmlformats-officedocument.presentationml.tags+xml"/>
  <Override PartName="/ppt/tags/tag3609193.xml" ContentType="application/vnd.openxmlformats-officedocument.presentationml.tags+xml"/>
  <Override PartName="/ppt/tags/tag35410194.xml" ContentType="application/vnd.openxmlformats-officedocument.presentationml.tags+xml"/>
  <Override PartName="/ppt/slideLayouts/slideLayout21224.xml" ContentType="application/vnd.openxmlformats-officedocument.presentationml.slideLayout+xml"/>
  <Override PartName="/ppt/slideMasters/slideMaster1214.xml" ContentType="application/vnd.openxmlformats-officedocument.presentationml.slideMaster+xml"/>
  <Override PartName="/ppt/theme/theme1214.xml" ContentType="application/vnd.openxmlformats-officedocument.theme+xml"/>
  <Override PartName="/ppt/tags/tag211195.xml" ContentType="application/vnd.openxmlformats-officedocument.presentationml.tags+xml"/>
  <Override PartName="/ppt/tags/tag412196.xml" ContentType="application/vnd.openxmlformats-officedocument.presentationml.tags+xml"/>
  <Override PartName="/ppt/tags/tag35913197.xml" ContentType="application/vnd.openxmlformats-officedocument.presentationml.tags+xml"/>
  <Override PartName="/ppt/tags/tag35314198.xml" ContentType="application/vnd.openxmlformats-officedocument.presentationml.tags+xml"/>
  <Override PartName="/ppt/tags/tag35815199.xml" ContentType="application/vnd.openxmlformats-officedocument.presentationml.tags+xml"/>
  <Override PartName="/ppt/tags/tag36316200.xml" ContentType="application/vnd.openxmlformats-officedocument.presentationml.tags+xml"/>
  <Override PartName="/ppt/notesSlides/notesSlide112.xml" ContentType="application/vnd.openxmlformats-officedocument.presentationml.notesSlide+xml"/>
  <Override PartName="/ppt/slides/slide153215.xml" ContentType="application/vnd.openxmlformats-officedocument.presentationml.slide+xml"/>
  <Override PartName="/ppt/tags/tag23781201.xml" ContentType="application/vnd.openxmlformats-officedocument.presentationml.tags+xml"/>
  <Override PartName="/ppt/tags/tag23832202.xml" ContentType="application/vnd.openxmlformats-officedocument.presentationml.tags+xml"/>
  <Override PartName="/ppt/tags/tag23883203.xml" ContentType="application/vnd.openxmlformats-officedocument.presentationml.tags+xml"/>
  <Override PartName="/ppt/tags/tag23734204.xml" ContentType="application/vnd.openxmlformats-officedocument.presentationml.tags+xml"/>
  <Override PartName="/ppt/tags/tag23915205.xml" ContentType="application/vnd.openxmlformats-officedocument.presentationml.tags+xml"/>
  <Override PartName="/ppt/tags/tag23776206.xml" ContentType="application/vnd.openxmlformats-officedocument.presentationml.tags+xml"/>
  <Override PartName="/ppt/tags/tag23827207.xml" ContentType="application/vnd.openxmlformats-officedocument.presentationml.tags+xml"/>
  <Override PartName="/ppt/tags/tag23878208.xml" ContentType="application/vnd.openxmlformats-officedocument.presentationml.tags+xml"/>
  <Override PartName="/ppt/tags/tag23729209.xml" ContentType="application/vnd.openxmlformats-officedocument.presentationml.tags+xml"/>
  <Override PartName="/ppt/tags/tag238610210.xml" ContentType="application/vnd.openxmlformats-officedocument.presentationml.tags+xml"/>
  <Override PartName="/ppt/tags/tag239011211.xml" ContentType="application/vnd.openxmlformats-officedocument.presentationml.tags+xml"/>
  <Override PartName="/ppt/tags/tag237112212.xml" ContentType="application/vnd.openxmlformats-officedocument.presentationml.tags+xml"/>
  <Override PartName="/ppt/tags/tag237613213.xml" ContentType="application/vnd.openxmlformats-officedocument.presentationml.tags+xml"/>
  <Override PartName="/ppt/tags/tag238114214.xml" ContentType="application/vnd.openxmlformats-officedocument.presentationml.tags+xml"/>
  <Override PartName="/ppt/slideLayouts/slideLayout51225.xml" ContentType="application/vnd.openxmlformats-officedocument.presentationml.slideLayout+xml"/>
  <Override PartName="/ppt/slideMasters/slideMaster1215.xml" ContentType="application/vnd.openxmlformats-officedocument.presentationml.slideMaster+xml"/>
  <Override PartName="/ppt/theme/theme1215.xml" ContentType="application/vnd.openxmlformats-officedocument.theme+xml"/>
  <Override PartName="/ppt/tags/tag215215.xml" ContentType="application/vnd.openxmlformats-officedocument.presentationml.tags+xml"/>
  <Override PartName="/ppt/tags/tag237516216.xml" ContentType="application/vnd.openxmlformats-officedocument.presentationml.tags+xml"/>
  <Override PartName="/ppt/tags/tag238517217.xml" ContentType="application/vnd.openxmlformats-officedocument.presentationml.tags+xml"/>
  <Override PartName="/ppt/tags/tag239318218.xml" ContentType="application/vnd.openxmlformats-officedocument.presentationml.tags+xml"/>
  <Override PartName="/ppt/tags/tag238019219.xml" ContentType="application/vnd.openxmlformats-officedocument.presentationml.tags+xml"/>
  <Override PartName="/ppt/tags/tag238920220.xml" ContentType="application/vnd.openxmlformats-officedocument.presentationml.tags+xml"/>
  <Override PartName="/ppt/tags/tag237421221.xml" ContentType="application/vnd.openxmlformats-officedocument.presentationml.tags+xml"/>
  <Override PartName="/ppt/tags/tag237922222.xml" ContentType="application/vnd.openxmlformats-officedocument.presentationml.tags+xml"/>
  <Override PartName="/ppt/tags/tag238423223.xml" ContentType="application/vnd.openxmlformats-officedocument.presentationml.tags+xml"/>
  <Override PartName="/ppt/tags/tag239224224.xml" ContentType="application/vnd.openxmlformats-officedocument.presentationml.tags+xml"/>
  <Override PartName="/ppt/slides/slide25216.xml" ContentType="application/vnd.openxmlformats-officedocument.presentationml.slide+xml"/>
  <Override PartName="/ppt/tags/tag2631225.xml" ContentType="application/vnd.openxmlformats-officedocument.presentationml.tags+xml"/>
  <Override PartName="/ppt/slideLayouts/slideLayout21226.xml" ContentType="application/vnd.openxmlformats-officedocument.presentationml.slideLayout+xml"/>
  <Override PartName="/ppt/slideMasters/slideMaster1216.xml" ContentType="application/vnd.openxmlformats-officedocument.presentationml.slideMaster+xml"/>
  <Override PartName="/ppt/theme/theme1216.xml" ContentType="application/vnd.openxmlformats-officedocument.theme+xml"/>
  <Override PartName="/ppt/tags/tag22226.xml" ContentType="application/vnd.openxmlformats-officedocument.presentationml.tags+xml"/>
  <Override PartName="/ppt/tags/tag43227.xml" ContentType="application/vnd.openxmlformats-officedocument.presentationml.tags+xml"/>
  <Override PartName="/ppt/tags/tag2584228.xml" ContentType="application/vnd.openxmlformats-officedocument.presentationml.tags+xml"/>
  <Override PartName="/ppt/tags/tag2625229.xml" ContentType="application/vnd.openxmlformats-officedocument.presentationml.tags+xml"/>
  <Override PartName="/ppt/tags/tag2676230.xml" ContentType="application/vnd.openxmlformats-officedocument.presentationml.tags+xml"/>
  <Override PartName="/ppt/tags/tag2577231.xml" ContentType="application/vnd.openxmlformats-officedocument.presentationml.tags+xml"/>
  <Override PartName="/ppt/tags/tag2568232.xml" ContentType="application/vnd.openxmlformats-officedocument.presentationml.tags+xml"/>
  <Override PartName="/ppt/tags/tag2619233.xml" ContentType="application/vnd.openxmlformats-officedocument.presentationml.tags+xml"/>
  <Override PartName="/ppt/tags/tag26610234.xml" ContentType="application/vnd.openxmlformats-officedocument.presentationml.tags+xml"/>
  <Override PartName="/ppt/tags/tag26011235.xml" ContentType="application/vnd.openxmlformats-officedocument.presentationml.tags+xml"/>
  <Override PartName="/ppt/tags/tag26512236.xml" ContentType="application/vnd.openxmlformats-officedocument.presentationml.tags+xml"/>
  <Override PartName="/ppt/tags/tag25913237.xml" ContentType="application/vnd.openxmlformats-officedocument.presentationml.tags+xml"/>
  <Override PartName="/ppt/tags/tag26414238.xml" ContentType="application/vnd.openxmlformats-officedocument.presentationml.tags+xml"/>
  <Override PartName="/ppt/notesSlides/notesSlide113.xml" ContentType="application/vnd.openxmlformats-officedocument.presentationml.notesSlide+xml"/>
  <Override PartName="/ppt/slides/slide19217.xml" ContentType="application/vnd.openxmlformats-officedocument.presentationml.slide+xml"/>
  <Override PartName="/ppt/tags/tag2031239.xml" ContentType="application/vnd.openxmlformats-officedocument.presentationml.tags+xml"/>
  <Override PartName="/ppt/tags/tag1982240.xml" ContentType="application/vnd.openxmlformats-officedocument.presentationml.tags+xml"/>
  <Override PartName="/ppt/tags/tag2023241.xml" ContentType="application/vnd.openxmlformats-officedocument.presentationml.tags+xml"/>
  <Override PartName="/ppt/tags/tag1974242.xml" ContentType="application/vnd.openxmlformats-officedocument.presentationml.tags+xml"/>
  <Override PartName="/ppt/tags/tag1965243.xml" ContentType="application/vnd.openxmlformats-officedocument.presentationml.tags+xml"/>
  <Override PartName="/ppt/tags/tag2016244.xml" ContentType="application/vnd.openxmlformats-officedocument.presentationml.tags+xml"/>
  <Override PartName="/ppt/slideLayouts/slideLayout21227.xml" ContentType="application/vnd.openxmlformats-officedocument.presentationml.slideLayout+xml"/>
  <Override PartName="/ppt/slideMasters/slideMaster1217.xml" ContentType="application/vnd.openxmlformats-officedocument.presentationml.slideMaster+xml"/>
  <Override PartName="/ppt/theme/theme1217.xml" ContentType="application/vnd.openxmlformats-officedocument.theme+xml"/>
  <Override PartName="/ppt/tags/tag27245.xml" ContentType="application/vnd.openxmlformats-officedocument.presentationml.tags+xml"/>
  <Override PartName="/ppt/tags/tag48246.xml" ContentType="application/vnd.openxmlformats-officedocument.presentationml.tags+xml"/>
  <Override PartName="/ppt/tags/tag2009247.xml" ContentType="application/vnd.openxmlformats-officedocument.presentationml.tags+xml"/>
  <Override PartName="/ppt/tags/tag20510248.xml" ContentType="application/vnd.openxmlformats-officedocument.presentationml.tags+xml"/>
  <Override PartName="/ppt/tags/tag19911249.xml" ContentType="application/vnd.openxmlformats-officedocument.presentationml.tags+xml"/>
  <Override PartName="/ppt/tags/tag20412250.xml" ContentType="application/vnd.openxmlformats-officedocument.presentationml.tags+xml"/>
  <Override PartName="/ppt/notesSlides/notesSlide114.xml" ContentType="application/vnd.openxmlformats-officedocument.presentationml.notesSlide+xml"/>
  <Override PartName="/ppt/slides/slide167218.xml" ContentType="application/vnd.openxmlformats-officedocument.presentationml.slide+xml"/>
  <Override PartName="/ppt/slideLayouts/slideLayout61228.xml" ContentType="application/vnd.openxmlformats-officedocument.presentationml.slideLayout+xml"/>
  <Override PartName="/ppt/slideMasters/slideMaster1218.xml" ContentType="application/vnd.openxmlformats-officedocument.presentationml.slideMaster+xml"/>
  <Override PartName="/ppt/theme/theme1218.xml" ContentType="application/vnd.openxmlformats-officedocument.theme+xml"/>
  <Override PartName="/ppt/tags/tag21251.xml" ContentType="application/vnd.openxmlformats-officedocument.presentationml.tags+xml"/>
  <Override PartName="/ppt/tags/tag26862252.xml" ContentType="application/vnd.openxmlformats-officedocument.presentationml.tags+xml"/>
  <Override PartName="/ppt/tags/tag26903253.xml" ContentType="application/vnd.openxmlformats-officedocument.presentationml.tags+xml"/>
  <Override PartName="/ppt/tags/tag26854254.xml" ContentType="application/vnd.openxmlformats-officedocument.presentationml.tags+xml"/>
  <Override PartName="/ppt/tags/tag26845255.xml" ContentType="application/vnd.openxmlformats-officedocument.presentationml.tags+xml"/>
  <Override PartName="/ppt/tags/tag26896256.xml" ContentType="application/vnd.openxmlformats-officedocument.presentationml.tags+xml"/>
  <Override PartName="/ppt/tags/tag26887257.xml" ContentType="application/vnd.openxmlformats-officedocument.presentationml.tags+xml"/>
  <Override PartName="/ppt/tags/tag26878258.xml" ContentType="application/vnd.openxmlformats-officedocument.presentationml.tag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8"/>
    <p:sldMasterId id="2147483650" r:id="rId10"/>
    <p:sldMasterId id="2147483651" r:id="rId12"/>
    <p:sldMasterId id="2147483652" r:id="rId14"/>
    <p:sldMasterId id="2147483653" r:id="rId16"/>
    <p:sldMasterId id="2147483654" r:id="rId18"/>
    <p:sldMasterId id="2147483655" r:id="rId20"/>
    <p:sldMasterId id="2147483656" r:id="rId22"/>
    <p:sldMasterId id="2147483657" r:id="rId24"/>
    <p:sldMasterId id="2147483658" r:id="rId26"/>
    <p:sldMasterId id="2147483659" r:id="rId28"/>
    <p:sldMasterId id="2147483660" r:id="rId30"/>
    <p:sldMasterId id="2147483661" r:id="rId32"/>
    <p:sldMasterId id="2147483662" r:id="rId34"/>
    <p:sldMasterId id="2147483663" r:id="rId36"/>
    <p:sldMasterId id="2147483664" r:id="rId38"/>
    <p:sldMasterId id="2147483665" r:id="rId40"/>
  </p:sldMasterIdLst>
  <p:sldIdLst>
    <p:sldId id="257" r:id="rId7"/>
    <p:sldId id="258" r:id="rId9"/>
    <p:sldId id="259" r:id="rId11"/>
    <p:sldId id="260" r:id="rId13"/>
    <p:sldId id="261" r:id="rId15"/>
    <p:sldId id="262" r:id="rId17"/>
    <p:sldId id="263" r:id="rId19"/>
    <p:sldId id="264" r:id="rId21"/>
    <p:sldId id="265" r:id="rId23"/>
    <p:sldId id="266" r:id="rId25"/>
    <p:sldId id="267" r:id="rId27"/>
    <p:sldId id="268" r:id="rId29"/>
    <p:sldId id="269" r:id="rId31"/>
    <p:sldId id="270" r:id="rId33"/>
    <p:sldId id="271" r:id="rId35"/>
    <p:sldId id="272" r:id="rId37"/>
    <p:sldId id="27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696" y="114"/>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presProps" Target="/ppt/presProps.xml" Id="rId3" /><Relationship Type="http://schemas.openxmlformats.org/officeDocument/2006/relationships/slideMaster" Target="/ppt/slideMasters/slideMaster1.xml" Id="rId1" /><Relationship Type="http://schemas.openxmlformats.org/officeDocument/2006/relationships/tableStyles" Target="/ppt/tableStyles.xml" Id="rId6" /><Relationship Type="http://schemas.openxmlformats.org/officeDocument/2006/relationships/theme" Target="/ppt/theme/theme1.xml" Id="rId5" /><Relationship Type="http://schemas.openxmlformats.org/officeDocument/2006/relationships/viewProps" Target="/ppt/viewProps.xml" Id="rId4" /><Relationship Type="http://schemas.openxmlformats.org/officeDocument/2006/relationships/slide" Target="/ppt/slides/slide322.xml" Id="rId7" /><Relationship Type="http://schemas.openxmlformats.org/officeDocument/2006/relationships/slideMaster" Target="/ppt/slideMasters/slideMaster122.xml" Id="rId8" /><Relationship Type="http://schemas.openxmlformats.org/officeDocument/2006/relationships/slide" Target="/ppt/slides/slide523.xml" Id="rId9" /><Relationship Type="http://schemas.openxmlformats.org/officeDocument/2006/relationships/slideMaster" Target="/ppt/slideMasters/slideMaster123.xml" Id="rId10" /><Relationship Type="http://schemas.openxmlformats.org/officeDocument/2006/relationships/slide" Target="/ppt/slides/slide924.xml" Id="rId11" /><Relationship Type="http://schemas.openxmlformats.org/officeDocument/2006/relationships/slideMaster" Target="/ppt/slideMasters/slideMaster124.xml" Id="rId12" /><Relationship Type="http://schemas.openxmlformats.org/officeDocument/2006/relationships/slide" Target="/ppt/slides/slide3725.xml" Id="rId13" /><Relationship Type="http://schemas.openxmlformats.org/officeDocument/2006/relationships/slideMaster" Target="/ppt/slideMasters/slideMaster125.xml" Id="rId14" /><Relationship Type="http://schemas.openxmlformats.org/officeDocument/2006/relationships/slide" Target="/ppt/slides/slide8326.xml" Id="rId15" /><Relationship Type="http://schemas.openxmlformats.org/officeDocument/2006/relationships/slideMaster" Target="/ppt/slideMasters/slideMaster126.xml" Id="rId16" /><Relationship Type="http://schemas.openxmlformats.org/officeDocument/2006/relationships/slide" Target="/ppt/slides/slide16127.xml" Id="rId17" /><Relationship Type="http://schemas.openxmlformats.org/officeDocument/2006/relationships/slideMaster" Target="/ppt/slideMasters/slideMaster127.xml" Id="rId18" /><Relationship Type="http://schemas.openxmlformats.org/officeDocument/2006/relationships/slide" Target="/ppt/slides/slide13528.xml" Id="rId19" /><Relationship Type="http://schemas.openxmlformats.org/officeDocument/2006/relationships/slideMaster" Target="/ppt/slideMasters/slideMaster128.xml" Id="rId20" /><Relationship Type="http://schemas.openxmlformats.org/officeDocument/2006/relationships/slide" Target="/ppt/slides/slide7729.xml" Id="rId21" /><Relationship Type="http://schemas.openxmlformats.org/officeDocument/2006/relationships/slideMaster" Target="/ppt/slideMasters/slideMaster129.xml" Id="rId22" /><Relationship Type="http://schemas.openxmlformats.org/officeDocument/2006/relationships/slide" Target="/ppt/slides/slide83210.xml" Id="rId23" /><Relationship Type="http://schemas.openxmlformats.org/officeDocument/2006/relationships/slideMaster" Target="/ppt/slideMasters/slideMaster1210.xml" Id="rId24" /><Relationship Type="http://schemas.openxmlformats.org/officeDocument/2006/relationships/slide" Target="/ppt/slides/slide137211.xml" Id="rId25" /><Relationship Type="http://schemas.openxmlformats.org/officeDocument/2006/relationships/slideMaster" Target="/ppt/slideMasters/slideMaster1211.xml" Id="rId26" /><Relationship Type="http://schemas.openxmlformats.org/officeDocument/2006/relationships/slide" Target="/ppt/slides/slide129212.xml" Id="rId27" /><Relationship Type="http://schemas.openxmlformats.org/officeDocument/2006/relationships/slideMaster" Target="/ppt/slideMasters/slideMaster1212.xml" Id="rId28" /><Relationship Type="http://schemas.openxmlformats.org/officeDocument/2006/relationships/slide" Target="/ppt/slides/slide25213.xml" Id="rId29" /><Relationship Type="http://schemas.openxmlformats.org/officeDocument/2006/relationships/slideMaster" Target="/ppt/slideMasters/slideMaster1213.xml" Id="rId30" /><Relationship Type="http://schemas.openxmlformats.org/officeDocument/2006/relationships/slide" Target="/ppt/slides/slide33214.xml" Id="rId31" /><Relationship Type="http://schemas.openxmlformats.org/officeDocument/2006/relationships/slideMaster" Target="/ppt/slideMasters/slideMaster1214.xml" Id="rId32" /><Relationship Type="http://schemas.openxmlformats.org/officeDocument/2006/relationships/slide" Target="/ppt/slides/slide153215.xml" Id="rId33" /><Relationship Type="http://schemas.openxmlformats.org/officeDocument/2006/relationships/slideMaster" Target="/ppt/slideMasters/slideMaster1215.xml" Id="rId34" /><Relationship Type="http://schemas.openxmlformats.org/officeDocument/2006/relationships/slide" Target="/ppt/slides/slide25216.xml" Id="rId35" /><Relationship Type="http://schemas.openxmlformats.org/officeDocument/2006/relationships/slideMaster" Target="/ppt/slideMasters/slideMaster1216.xml" Id="rId36" /><Relationship Type="http://schemas.openxmlformats.org/officeDocument/2006/relationships/slide" Target="/ppt/slides/slide19217.xml" Id="rId37" /><Relationship Type="http://schemas.openxmlformats.org/officeDocument/2006/relationships/slideMaster" Target="/ppt/slideMasters/slideMaster1217.xml" Id="rId38" /><Relationship Type="http://schemas.openxmlformats.org/officeDocument/2006/relationships/slide" Target="/ppt/slides/slide167218.xml" Id="rId39" /><Relationship Type="http://schemas.openxmlformats.org/officeDocument/2006/relationships/slideMaster" Target="/ppt/slideMasters/slideMaster1218.xml" Id="rId40" /></Relationship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outlines the key topics of the presentation to guide the audience through the structure: starting with the challenges faced by the C&amp;IB Digital team, introducing ARIA and its concept, explaining the architecture and evolution from Agent Skills to a custom agent, showcasing a live demo of ARIA building an API, highlighting the benefits of ARIA, presenting the development roadmap, and concluding with the ask for support and collaboration.</a:t>
            </a:r>
            <a:endParaRP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sets the stage by clearly articulating the core problem ARIA addresses: the wealth of development best practices within C&amp;IB Digital is fragmented across individuals and informal channels rather than centralized in a reusable system. Emphasize how this fragmentation leads to inconsistent coding standards, slows new developer onboarding, and causes duplicated effort that wastes valuable time. Use real or hypothetical examples where knowledge loss or inconsistent practices have caused delays or rework. This framing will help the audience understand why ARIA’s approach to codifying and bundling these practices into an AI agent is critical for improving development efficiency and quality.</a:t>
            </a:r>
            <a:endParaRP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highlights the critical pain points caused by undocumented best practices within the C&amp;IB Digital team. Emphasize how tribal knowledge limits team scalability and continuity, how inconsistent implementation leads to rework and audit challenges, and how manual copying of instruction files wastes time and causes errors. This sets the stage for introducing ARIA as a solution to centralize and automate these best practices, reducing risk and boosting productivity.</a:t>
            </a:r>
            <a:endParaRP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Explain that ARIA is designed to capture and operationalize the collective expertise and best practices of C&amp;IB Digital's development teams. Unlike scattered instruction files or tribal knowledge, ARIA bundles these into a modular AI agent accessible on demand. Highlight how this makes best practices explicit and reusable, reducing friction and accelerating development cycles. Emphasize ARIA’s role as a constant companion embedded within developer workflows, improving consistency and efficiency across projects.</a:t>
            </a:r>
            <a:endParaRP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compares the current fragmented state of knowledge in C&amp;IB Digital with the future state enabled by ARIA. Today, best practices are scattered across people and files, causing inefficiency and onboarding challenges. Manual copying of instruction files leads to version drift and inconsistency. ARIA centralizes this knowledge into reusable Agent Skills that developers can invoke on demand, reducing friction and improving consistency. This transforms tribal knowledge into a shared intelligence layer accessible across projects. Use this slide to set up the deeper dive into ARIA’s architecture and demo.</a:t>
            </a:r>
            <a:endParaRP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explains ARIA’s phased architecture approach. Initially, ARIA operates with modular Agent Skills—discrete packages of best practices and instructions that it loads on demand, which eliminates the need for developers to copy instruction files manually. The second phase focuses on integrating these skills into a cohesive custom-built ARIA agent embedded directly into the C&amp;IB Digital environment, offering a seamless and adaptive developer assistant. Ultimately, ARIA will mature into a fully custom AI agent trained specifically on C&amp;IB Digital’s standards, providing autonomous and comprehensive development support. Emphasize how this phased evolution reduces developer friction today and sets the foundation for a transformative AI-driven development future.</a:t>
            </a:r>
            <a:endParaRP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explains ARIA’s core mechanism: Agent Skills. These are packaged units containing instructions, templates, and best practices for tasks like API development, security checks, and testing. ARIA loads only the needed Skills based on the task, preventing manual copying or hunting for instructions. This modular, on-demand approach keeps knowledge centralized, consistent, and easily updated. Be ready to discuss how Skills are created, maintained, and expanded.</a:t>
            </a:r>
            <a:endParaRP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Explain that C&amp;IB Digital enforces strict API development standards including naming, security, error handling, and documentation. ARIA loads these as modular Agent Skills and automatically applies them when generating new APIs. Highlight that ARIA achieves roughly 80% code completion quickly, reducing manual effort and speeding delivery. This sets the stage for the live demo showing ARIA in action.</a:t>
            </a:r>
            <a:endParaRPr/>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Walk the audience through the demo scenario step-by-step. Emphasize how ARIA takes a simple prompt and transforms it into a substantial, standards-compliant API codebase in minutes. Highlight the modular Agent Skills mechanism powering this automation, and underline the productivity gains and consistency improvements. Mention that the demo reaches approximately 80% code completion, leaving room for human review and fine-tuning to ensure business-specific requirements are met.</a:t>
            </a:r>
            <a:endParaRPr/>
          </a:p>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highlights ARIA's performance metrics from the demo, emphasizing how it achieves 80% coding completion in minutes, drastically reducing time to first draft. By automatically applying 15+ standards, ARIA ensures consistent, high-quality code while significantly cutting manual boilerplate. The 95% consistency score underscores ARIA's reliability compared to manual coding, and the large volume of generated lines of code illustrates its productivity. These metrics collectively show ARIA’s transformative impact on developer efficiency and code quality.</a:t>
            </a:r>
            <a:endParaRPr/>
          </a:p>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contrasts the state of development before and after ARIA's implementation. Emphasize how manual processes and knowledge silos create friction and inconsistency, while ARIA automates standards enforcement through Agent Skills. Highlight the benefits in onboarding speed, consistency, and knowledge preservation that directly impact developer productivity and code quality.</a:t>
            </a:r>
            <a:endParaRPr/>
          </a:p>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highlights the three core benefits of ARIA that resonate most with CIOs and development leaders: Speed, Consistency, and Onboarding. Emphasize how ARIA’s automation frees up developers to focus on higher-value work, while ensuring every codebase meets strict standards. Also underline the strategic value of accelerating new developer ramp-up to maintain team velocity and reduce risks associated with knowledge loss. Use specific examples or metrics from your pilot or demo to make these points tangible.</a:t>
            </a:r>
            <a:endParaRPr/>
          </a:p>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outlines the key asks for CIO executives to support ARIA’s growth and integration. Emphasize the importance of sponsorship and budget to expand ARIA’s Skills library and enhance its capabilities. Highlight the need for pilot access and executive endorsement to standardize ARIA adoption across squads, ensuring consistent quality and developer enablement. Stress the value of fast-tracking the custom agent build to fully embed ARIA into the development workflow and maximize ROI. Invite questions on how leadership can actively participate and support the initiative.</a:t>
            </a:r>
            <a:endParaRPr/>
          </a:p>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Notes Placeholder 2"/>
          <p:cNvSpPr>
            <a:spLocks xmlns:a="http://schemas.openxmlformats.org/drawingml/2006/main" noGrp="1"/>
          </p:cNvSpPr>
          <p:nvPr>
            <p:ph type="body"/>
          </p:nvPr>
        </p:nvSpPr>
        <p:spPr/>
        <p:txBody>
          <a:bodyPr xmlns:a="http://schemas.openxmlformats.org/drawingml/2006/main"/>
          <a:lstStyle xmlns:a="http://schemas.openxmlformats.org/drawingml/2006/main"/>
          <a:p xmlns:a="http://schemas.openxmlformats.org/drawingml/2006/main">
            <a:pPr/>
            <a:r>
              <a:rPr/>
              <a:t>This slide is a direct call to action for developers interested in participating in the ARIA pilot program. Emphasize the ease of access to ARIA Skills and the collaborative nature of the pilot. Highlight the multiple channels for support and feedback, including documentation, Slack, and GitHub. Stress the importance of community contributions to expand and improve ARIA’s skill set, which will benefit all development teams across C&amp;IB Digital.</a:t>
            </a:r>
            <a:endParaRP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1212.xml.rels>&#65279;<?xml version="1.0" encoding="utf-8"?><Relationships xmlns="http://schemas.openxmlformats.org/package/2006/relationships"><Relationship Type="http://schemas.openxmlformats.org/officeDocument/2006/relationships/oleObject" Target="/ppt/embeddings/oleObject2.bin" Id="rId3" /><Relationship Type="http://schemas.openxmlformats.org/officeDocument/2006/relationships/slideMaster" Target="/ppt/slideMasters/slideMaster122.xml" Id="rId2" /><Relationship Type="http://schemas.openxmlformats.org/officeDocument/2006/relationships/tags" Target="/ppt/tags/tag322.xml" Id="rId1" /><Relationship Type="http://schemas.openxmlformats.org/officeDocument/2006/relationships/image" Target="/ppt/media/image222.emf" Id="rId4" /></Relationships>
</file>

<file path=ppt/slideLayouts/_rels/slideLayout21215.xml.rels>&#65279;<?xml version="1.0" encoding="utf-8"?><Relationships xmlns="http://schemas.openxmlformats.org/package/2006/relationships"><Relationship Type="http://schemas.openxmlformats.org/officeDocument/2006/relationships/oleObject" Target="/ppt/embeddings/oleObject329.bin" Id="rId3" /><Relationship Type="http://schemas.openxmlformats.org/officeDocument/2006/relationships/slideMaster" Target="/ppt/slideMasters/slideMaster125.xml" Id="rId2" /><Relationship Type="http://schemas.openxmlformats.org/officeDocument/2006/relationships/tags" Target="/ppt/tags/tag41243.xml" Id="rId1" /><Relationship Type="http://schemas.openxmlformats.org/officeDocument/2006/relationships/image" Target="/ppt/media/image3310.emf" Id="rId4" /></Relationships>
</file>

<file path=ppt/slideLayouts/_rels/slideLayout21216.xml.rels>&#65279;<?xml version="1.0" encoding="utf-8"?><Relationships xmlns="http://schemas.openxmlformats.org/package/2006/relationships"><Relationship Type="http://schemas.openxmlformats.org/officeDocument/2006/relationships/oleObject" Target="/ppt/embeddings/oleObject3212.bin" Id="rId3" /><Relationship Type="http://schemas.openxmlformats.org/officeDocument/2006/relationships/slideMaster" Target="/ppt/slideMasters/slideMaster126.xml" Id="rId2" /><Relationship Type="http://schemas.openxmlformats.org/officeDocument/2006/relationships/tags" Target="/ppt/tags/tag4552.xml" Id="rId1" /><Relationship Type="http://schemas.openxmlformats.org/officeDocument/2006/relationships/image" Target="/ppt/media/image3310.emf" Id="Ra9457e6608504a88" /></Relationships>
</file>

<file path=ppt/slideLayouts/_rels/slideLayout21218.xml.rels>&#65279;<?xml version="1.0" encoding="utf-8"?><Relationships xmlns="http://schemas.openxmlformats.org/package/2006/relationships"><Relationship Type="http://schemas.openxmlformats.org/officeDocument/2006/relationships/oleObject" Target="/ppt/embeddings/oleObject316.bin" Id="rId3" /><Relationship Type="http://schemas.openxmlformats.org/officeDocument/2006/relationships/slideMaster" Target="/ppt/slideMasters/slideMaster128.xml" Id="rId2" /><Relationship Type="http://schemas.openxmlformats.org/officeDocument/2006/relationships/tags" Target="/ppt/tags/tag4480.xml" Id="rId1" /><Relationship Type="http://schemas.openxmlformats.org/officeDocument/2006/relationships/image" Target="/ppt/media/image3310.emf" Id="Rffc9ba27bbc44063" /></Relationships>
</file>

<file path=ppt/slideLayouts/_rels/slideLayout21219.xml.rels>&#65279;<?xml version="1.0" encoding="utf-8"?><Relationships xmlns="http://schemas.openxmlformats.org/package/2006/relationships"><Relationship Type="http://schemas.openxmlformats.org/officeDocument/2006/relationships/oleObject" Target="/ppt/embeddings/oleObject3220.bin" Id="rId3" /><Relationship Type="http://schemas.openxmlformats.org/officeDocument/2006/relationships/slideMaster" Target="/ppt/slideMasters/slideMaster129.xml" Id="rId2" /><Relationship Type="http://schemas.openxmlformats.org/officeDocument/2006/relationships/tags" Target="/ppt/tags/tag45100.xml" Id="rId1" /><Relationship Type="http://schemas.openxmlformats.org/officeDocument/2006/relationships/image" Target="/ppt/media/image3310.emf" Id="R8884ac87192f4c51" /></Relationships>
</file>

<file path=ppt/slideLayouts/_rels/slideLayout21220.xml.rels>&#65279;<?xml version="1.0" encoding="utf-8"?><Relationships xmlns="http://schemas.openxmlformats.org/package/2006/relationships"><Relationship Type="http://schemas.openxmlformats.org/officeDocument/2006/relationships/oleObject" Target="/ppt/embeddings/oleObject3223.bin" Id="rId3" /><Relationship Type="http://schemas.openxmlformats.org/officeDocument/2006/relationships/slideMaster" Target="/ppt/slideMasters/slideMaster1210.xml" Id="rId2" /><Relationship Type="http://schemas.openxmlformats.org/officeDocument/2006/relationships/tags" Target="/ppt/tags/tag45113.xml" Id="rId1" /><Relationship Type="http://schemas.openxmlformats.org/officeDocument/2006/relationships/image" Target="/ppt/media/image3310.emf" Id="R92adf69e98004e4a" /></Relationships>
</file>

<file path=ppt/slideLayouts/_rels/slideLayout21221.xml.rels>&#65279;<?xml version="1.0" encoding="utf-8"?><Relationships xmlns="http://schemas.openxmlformats.org/package/2006/relationships"><Relationship Type="http://schemas.openxmlformats.org/officeDocument/2006/relationships/oleObject" Target="/ppt/embeddings/oleObject325.bin" Id="rId3" /><Relationship Type="http://schemas.openxmlformats.org/officeDocument/2006/relationships/slideMaster" Target="/ppt/slideMasters/slideMaster1211.xml" Id="rId2" /><Relationship Type="http://schemas.openxmlformats.org/officeDocument/2006/relationships/tags" Target="/ppt/tags/tag46127.xml" Id="rId1" /><Relationship Type="http://schemas.openxmlformats.org/officeDocument/2006/relationships/image" Target="/ppt/media/image3310.emf" Id="R8b4619f2d92d4776" /></Relationships>
</file>

<file path=ppt/slideLayouts/_rels/slideLayout21223.xml.rels>&#65279;<?xml version="1.0" encoding="utf-8"?><Relationships xmlns="http://schemas.openxmlformats.org/package/2006/relationships"><Relationship Type="http://schemas.openxmlformats.org/officeDocument/2006/relationships/oleObject" Target="/ppt/embeddings/oleObject330.bin" Id="rId3" /><Relationship Type="http://schemas.openxmlformats.org/officeDocument/2006/relationships/slideMaster" Target="/ppt/slideMasters/slideMaster1213.xml" Id="rId2" /><Relationship Type="http://schemas.openxmlformats.org/officeDocument/2006/relationships/tags" Target="/ppt/tags/tag43173.xml" Id="rId1" /><Relationship Type="http://schemas.openxmlformats.org/officeDocument/2006/relationships/image" Target="/ppt/media/image3310.emf" Id="R87f7b5681b044002" /></Relationships>
</file>

<file path=ppt/slideLayouts/_rels/slideLayout21224.xml.rels>&#65279;<?xml version="1.0" encoding="utf-8"?><Relationships xmlns="http://schemas.openxmlformats.org/package/2006/relationships"><Relationship Type="http://schemas.openxmlformats.org/officeDocument/2006/relationships/oleObject" Target="/ppt/embeddings/oleObject3234.bin" Id="rId3" /><Relationship Type="http://schemas.openxmlformats.org/officeDocument/2006/relationships/slideMaster" Target="/ppt/slideMasters/slideMaster1214.xml" Id="rId2" /><Relationship Type="http://schemas.openxmlformats.org/officeDocument/2006/relationships/tags" Target="/ppt/tags/tag412196.xml" Id="rId1" /><Relationship Type="http://schemas.openxmlformats.org/officeDocument/2006/relationships/image" Target="/ppt/media/image3310.emf" Id="Re5dd12ad936044ab" /></Relationships>
</file>

<file path=ppt/slideLayouts/_rels/slideLayout21226.xml.rels>&#65279;<?xml version="1.0" encoding="utf-8"?><Relationships xmlns="http://schemas.openxmlformats.org/package/2006/relationships"><Relationship Type="http://schemas.openxmlformats.org/officeDocument/2006/relationships/oleObject" Target="/ppt/embeddings/oleObject338.bin" Id="rId3" /><Relationship Type="http://schemas.openxmlformats.org/officeDocument/2006/relationships/slideMaster" Target="/ppt/slideMasters/slideMaster1216.xml" Id="rId2" /><Relationship Type="http://schemas.openxmlformats.org/officeDocument/2006/relationships/tags" Target="/ppt/tags/tag43227.xml" Id="rId1" /><Relationship Type="http://schemas.openxmlformats.org/officeDocument/2006/relationships/image" Target="/ppt/media/image3310.emf" Id="R1571bf20da184148" /></Relationships>
</file>

<file path=ppt/slideLayouts/_rels/slideLayout21227.xml.rels>&#65279;<?xml version="1.0" encoding="utf-8"?><Relationships xmlns="http://schemas.openxmlformats.org/package/2006/relationships"><Relationship Type="http://schemas.openxmlformats.org/officeDocument/2006/relationships/oleObject" Target="/ppt/embeddings/oleObject3242.bin" Id="rId3" /><Relationship Type="http://schemas.openxmlformats.org/officeDocument/2006/relationships/slideMaster" Target="/ppt/slideMasters/slideMaster1217.xml" Id="rId2" /><Relationship Type="http://schemas.openxmlformats.org/officeDocument/2006/relationships/tags" Target="/ppt/tags/tag48246.xml" Id="rId1" /><Relationship Type="http://schemas.openxmlformats.org/officeDocument/2006/relationships/image" Target="/ppt/media/image3310.emf" Id="R367eaa6d095c4477" /></Relationships>
</file>

<file path=ppt/slideLayouts/_rels/slideLayout51213.xml.rels>&#65279;<?xml version="1.0" encoding="utf-8"?><Relationships xmlns="http://schemas.openxmlformats.org/package/2006/relationships"><Relationship Type="http://schemas.openxmlformats.org/officeDocument/2006/relationships/slideMaster" Target="/ppt/slideMasters/slideMaster123.xml" Id="rId1" /></Relationships>
</file>

<file path=ppt/slideLayouts/_rels/slideLayout51214.xml.rels>&#65279;<?xml version="1.0" encoding="utf-8"?><Relationships xmlns="http://schemas.openxmlformats.org/package/2006/relationships"><Relationship Type="http://schemas.openxmlformats.org/officeDocument/2006/relationships/slideMaster" Target="/ppt/slideMasters/slideMaster124.xml" Id="rId1" /></Relationships>
</file>

<file path=ppt/slideLayouts/_rels/slideLayout51217.xml.rels>&#65279;<?xml version="1.0" encoding="utf-8"?><Relationships xmlns="http://schemas.openxmlformats.org/package/2006/relationships"><Relationship Type="http://schemas.openxmlformats.org/officeDocument/2006/relationships/slideMaster" Target="/ppt/slideMasters/slideMaster127.xml" Id="rId1" /></Relationships>
</file>

<file path=ppt/slideLayouts/_rels/slideLayout51222.xml.rels>&#65279;<?xml version="1.0" encoding="utf-8"?><Relationships xmlns="http://schemas.openxmlformats.org/package/2006/relationships"><Relationship Type="http://schemas.openxmlformats.org/officeDocument/2006/relationships/slideMaster" Target="/ppt/slideMasters/slideMaster1212.xml" Id="rId1" /></Relationships>
</file>

<file path=ppt/slideLayouts/_rels/slideLayout51225.xml.rels>&#65279;<?xml version="1.0" encoding="utf-8"?><Relationships xmlns="http://schemas.openxmlformats.org/package/2006/relationships"><Relationship Type="http://schemas.openxmlformats.org/officeDocument/2006/relationships/slideMaster" Target="/ppt/slideMasters/slideMaster1215.xml" Id="rId1" /></Relationships>
</file>

<file path=ppt/slideLayouts/_rels/slideLayout61228.xml.rels>&#65279;<?xml version="1.0" encoding="utf-8"?><Relationships xmlns="http://schemas.openxmlformats.org/package/2006/relationships"><Relationship Type="http://schemas.openxmlformats.org/officeDocument/2006/relationships/slideMaster" Target="/ppt/slideMasters/slideMaster1218.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435A-55E9-8F45-6B58-154BCE0E87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2D9D54-B0FD-D8F1-5AED-BE03148162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0CF1CA-E295-9092-D96C-12B152A26FC5}"/>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5" name="Footer Placeholder 4">
            <a:extLst>
              <a:ext uri="{FF2B5EF4-FFF2-40B4-BE49-F238E27FC236}">
                <a16:creationId xmlns:a16="http://schemas.microsoft.com/office/drawing/2014/main" id="{EBBB803B-F6D5-EBBB-339F-B0EE74988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6EA5D-DD50-5B0F-2908-056C9C79F96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94538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147D3-7CAF-E778-127C-EB36EE0199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7DC2F3-E578-B9AA-C6E9-B0A937EC0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419A6-9272-0369-CA69-38A16213E0D3}"/>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5" name="Footer Placeholder 4">
            <a:extLst>
              <a:ext uri="{FF2B5EF4-FFF2-40B4-BE49-F238E27FC236}">
                <a16:creationId xmlns:a16="http://schemas.microsoft.com/office/drawing/2014/main" id="{AC0F883D-E45F-8FD1-1C08-CBC168F62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D75E8-ADB4-1A15-B148-0215629C8FAA}"/>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4162808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AE3-0B7F-0F6C-4161-246DB8362D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8EF875-DCDA-F2BD-42B8-C1F4FC4DB1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7DC1CB-7833-83F0-DE2F-30938632C8E5}"/>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5" name="Footer Placeholder 4">
            <a:extLst>
              <a:ext uri="{FF2B5EF4-FFF2-40B4-BE49-F238E27FC236}">
                <a16:creationId xmlns:a16="http://schemas.microsoft.com/office/drawing/2014/main" id="{A961E56F-F138-523E-9263-AF7EF65F37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F7168-660A-BFC1-02D4-C33094392E51}"/>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8918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CE6F-B83F-D954-0F90-70679C8D3C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30B51D-0CF0-92B7-F6D3-C393B43110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27F6AF-5C3A-21C7-55A8-08543AD243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787AB9-B373-53AD-E2E0-2F397315ACA3}"/>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6" name="Footer Placeholder 5">
            <a:extLst>
              <a:ext uri="{FF2B5EF4-FFF2-40B4-BE49-F238E27FC236}">
                <a16:creationId xmlns:a16="http://schemas.microsoft.com/office/drawing/2014/main" id="{104ED33D-3DD9-4B35-7026-C858E4C7EB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B328C9-8311-F019-3DCC-ED2B5144723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500929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5146D-60B2-24B9-728D-604EB71730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43D396-51F7-49AB-3F99-B8270BD44D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AE1936-B0A4-38E1-34E5-9608DBAF76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D63416-005B-0785-25D5-11598D0A22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266390-113D-C0AA-498D-C06AAFACAF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BDD544-6E41-A9B2-F48B-9488D9AD9A13}"/>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8" name="Footer Placeholder 7">
            <a:extLst>
              <a:ext uri="{FF2B5EF4-FFF2-40B4-BE49-F238E27FC236}">
                <a16:creationId xmlns:a16="http://schemas.microsoft.com/office/drawing/2014/main" id="{176D1115-A07E-F5FE-4179-DE6AAA0973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DDC1AC-4A0D-C74A-ED55-8BCBE8A6166B}"/>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865661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C768-6826-AAD0-0395-E5F0DC0EFD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E8782D-E635-1CDC-B504-7A8C1D253E0A}"/>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4" name="Footer Placeholder 3">
            <a:extLst>
              <a:ext uri="{FF2B5EF4-FFF2-40B4-BE49-F238E27FC236}">
                <a16:creationId xmlns:a16="http://schemas.microsoft.com/office/drawing/2014/main" id="{93FE2719-64CE-837D-5896-60BAA0AA42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FBCE37-B62A-19D9-CCA9-F795E8BCCC64}"/>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387656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C0F13-6A7B-BE98-9301-A6933B7A4173}"/>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3" name="Footer Placeholder 2">
            <a:extLst>
              <a:ext uri="{FF2B5EF4-FFF2-40B4-BE49-F238E27FC236}">
                <a16:creationId xmlns:a16="http://schemas.microsoft.com/office/drawing/2014/main" id="{4B127AEF-634A-5927-F71A-B4BDF7AC5A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5DE9C9-AFF4-F7BB-B26A-1735CA412E19}"/>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428681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66F78-4764-A0EF-0ABB-8825EEE5C6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0D6607-296B-16B1-A7B5-BF8C3A5D68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A4EFEB-4F1D-EFAD-7BBB-1D5BA9893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937C2D-1E88-8148-EBC2-4D4E6AAE02C0}"/>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6" name="Footer Placeholder 5">
            <a:extLst>
              <a:ext uri="{FF2B5EF4-FFF2-40B4-BE49-F238E27FC236}">
                <a16:creationId xmlns:a16="http://schemas.microsoft.com/office/drawing/2014/main" id="{2B43B8CF-2AE1-4D3C-96CE-0ED0DC4211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EC844-DDC6-5532-CE15-23547D424A4B}"/>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11009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F569D-018A-1F56-4F95-61D35E24A1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157E67-1458-FE53-E579-B0D70DA1ED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216883-BF87-53E6-BA9E-896F51A84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8D87C0-A5FB-7F91-AB04-614FB4EB32BF}"/>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6" name="Footer Placeholder 5">
            <a:extLst>
              <a:ext uri="{FF2B5EF4-FFF2-40B4-BE49-F238E27FC236}">
                <a16:creationId xmlns:a16="http://schemas.microsoft.com/office/drawing/2014/main" id="{5ADD186C-44F9-0ACB-9952-89EBE7CAE1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19DDEC-B32E-EE2E-392A-B955A0B7D98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824882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F38D4-802D-9DE8-F7C1-E58C0EF6D0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F4919A-F9BC-89EA-1B14-3AA84A1397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71C79-B3F1-FC81-D523-4328D481B24D}"/>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5" name="Footer Placeholder 4">
            <a:extLst>
              <a:ext uri="{FF2B5EF4-FFF2-40B4-BE49-F238E27FC236}">
                <a16:creationId xmlns:a16="http://schemas.microsoft.com/office/drawing/2014/main" id="{CE7E8E5F-375B-200E-FA6C-EC2BF7CEC3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7DF49-6CAC-5060-029D-5E74D80D92F6}"/>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20200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BE04BC-C8D1-311C-73D9-DB39B45B9B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9820DD-03AF-F102-1ED0-097BF19B1E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53B428-4D1F-8E65-F47E-3B4940A03DAD}"/>
              </a:ext>
            </a:extLst>
          </p:cNvPr>
          <p:cNvSpPr>
            <a:spLocks noGrp="1"/>
          </p:cNvSpPr>
          <p:nvPr>
            <p:ph type="dt" sz="half" idx="10"/>
          </p:nvPr>
        </p:nvSpPr>
        <p:spPr/>
        <p:txBody>
          <a:bodyPr/>
          <a:lstStyle/>
          <a:p>
            <a:fld id="{DB1FAD44-F6D0-4C7C-8206-F45DB611304A}" type="datetimeFigureOut">
              <a:rPr lang="en-US" smtClean="0"/>
              <a:t>7/9/2023</a:t>
            </a:fld>
            <a:endParaRPr lang="en-US"/>
          </a:p>
        </p:txBody>
      </p:sp>
      <p:sp>
        <p:nvSpPr>
          <p:cNvPr id="5" name="Footer Placeholder 4">
            <a:extLst>
              <a:ext uri="{FF2B5EF4-FFF2-40B4-BE49-F238E27FC236}">
                <a16:creationId xmlns:a16="http://schemas.microsoft.com/office/drawing/2014/main" id="{A15ADFDB-290E-6A46-A0D5-AB6DE1E0C8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FEBDC-38DC-4FB0-1370-1C24D47D3558}"/>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511274747"/>
      </p:ext>
    </p:extLst>
  </p:cSld>
  <p:clrMapOvr>
    <a:masterClrMapping/>
  </p:clrMapOvr>
</p:sldLayout>
</file>

<file path=ppt/slideLayouts/slideLayout112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9E62E4B-BF97-70EF-9772-0A95A8D0C99C}"/>
              </a:ext>
            </a:extLst>
          </p:cNvPr>
          <p:cNvGraphicFramePr>
            <a:graphicFrameLocks noChangeAspect="1"/>
          </p:cNvGraphicFramePr>
          <p:nvPr userDrawn="1">
            <p:custDataLst>
              <p:tags r:id="rId1"/>
            </p:custDataLst>
            <p:extLst>
              <p:ext uri="{D42A27DB-BD31-4B8C-83A1-F6EECF244321}">
                <p14:modId xmlns:p14="http://schemas.microsoft.com/office/powerpoint/2010/main" val="22651996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A9E62E4B-BF97-70EF-9772-0A95A8D0C99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Subtitle 2"/>
          <p:cNvSpPr>
            <a:spLocks noGrp="1"/>
          </p:cNvSpPr>
          <p:nvPr>
            <p:ph type="subTitle" idx="1"/>
          </p:nvPr>
        </p:nvSpPr>
        <p:spPr>
          <a:xfrm>
            <a:off x="1643888" y="4925426"/>
            <a:ext cx="7982712" cy="593996"/>
          </a:xfrm>
        </p:spPr>
        <p:txBody>
          <a:bodyP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p:cNvSpPr>
            <a:spLocks noGrp="1"/>
          </p:cNvSpPr>
          <p:nvPr>
            <p:ph type="ctrTitle"/>
          </p:nvPr>
        </p:nvSpPr>
        <p:spPr>
          <a:xfrm>
            <a:off x="1643888" y="2530079"/>
            <a:ext cx="7982712" cy="2258187"/>
          </a:xfrm>
          <a:prstGeom prst="rect">
            <a:avLst/>
          </a:prstGeom>
        </p:spPr>
        <p:txBody>
          <a:bodyPr vert="horz" anchor="b">
            <a:normAutofit/>
          </a:bodyPr>
          <a:lstStyle>
            <a:lvl1pPr algn="l">
              <a:defRPr sz="3800">
                <a:solidFill>
                  <a:schemeClr val="tx1"/>
                </a:solidFill>
              </a:defRPr>
            </a:lvl1pPr>
          </a:lstStyle>
          <a:p>
            <a:r>
              <a:rPr lang="en-US"/>
              <a:t>Click to edit Master title style</a:t>
            </a:r>
          </a:p>
        </p:txBody>
      </p:sp>
      <p:sp>
        <p:nvSpPr>
          <p:cNvPr id="20" name="Rectangle 19">
            <a:extLst>
              <a:ext uri="{FF2B5EF4-FFF2-40B4-BE49-F238E27FC236}">
                <a16:creationId xmlns:a16="http://schemas.microsoft.com/office/drawing/2014/main" id="{EED0CD4A-C167-C03D-FE7E-7A04D7F2341D}"/>
              </a:ext>
            </a:extLst>
          </p:cNvPr>
          <p:cNvSpPr/>
          <p:nvPr userDrawn="1"/>
        </p:nvSpPr>
        <p:spPr>
          <a:xfrm>
            <a:off x="4039437" y="2150564"/>
            <a:ext cx="274320"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DB9F141-A770-D09D-FF25-51A4C30E1F6A}"/>
              </a:ext>
            </a:extLst>
          </p:cNvPr>
          <p:cNvSpPr/>
          <p:nvPr userDrawn="1"/>
        </p:nvSpPr>
        <p:spPr>
          <a:xfrm>
            <a:off x="944118" y="3077662"/>
            <a:ext cx="274320"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1BC2A2C-68D6-9928-E8F6-51C6FBE496C9}"/>
              </a:ext>
            </a:extLst>
          </p:cNvPr>
          <p:cNvSpPr/>
          <p:nvPr userDrawn="1"/>
        </p:nvSpPr>
        <p:spPr>
          <a:xfrm>
            <a:off x="7704238" y="5571491"/>
            <a:ext cx="274320"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6774545-8CA4-0234-9C28-6D5FE7FA9DA7}"/>
              </a:ext>
            </a:extLst>
          </p:cNvPr>
          <p:cNvSpPr/>
          <p:nvPr userDrawn="1"/>
        </p:nvSpPr>
        <p:spPr>
          <a:xfrm>
            <a:off x="11812738" y="4662835"/>
            <a:ext cx="274320" cy="274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0">
            <a:extLst>
              <a:ext uri="{FF2B5EF4-FFF2-40B4-BE49-F238E27FC236}">
                <a16:creationId xmlns:a16="http://schemas.microsoft.com/office/drawing/2014/main" id="{8F4631FC-738A-EA52-E171-FCA96CD1AF4E}"/>
              </a:ext>
            </a:extLst>
          </p:cNvPr>
          <p:cNvSpPr>
            <a:spLocks noGrp="1"/>
          </p:cNvSpPr>
          <p:nvPr>
            <p:ph type="sldNum" sz="quarter" idx="17"/>
          </p:nvPr>
        </p:nvSpPr>
        <p:spPr>
          <a:xfrm>
            <a:off x="8988552" y="6533261"/>
            <a:ext cx="2743200" cy="258856"/>
          </a:xfrm>
        </p:spPr>
        <p:txBody>
          <a:bodyPr/>
          <a:lstStyle/>
          <a:p>
            <a:fld id="{0122C274-3D99-4A24-ADE9-DD3F36DBA14D}" type="slidenum">
              <a:rPr lang="en-US" smtClean="0"/>
              <a:t>‹#›</a:t>
            </a:fld>
            <a:endParaRPr lang="en-US"/>
          </a:p>
        </p:txBody>
      </p:sp>
      <p:sp>
        <p:nvSpPr>
          <p:cNvPr id="4" name="Rectangle 3">
            <a:extLst>
              <a:ext uri="{FF2B5EF4-FFF2-40B4-BE49-F238E27FC236}">
                <a16:creationId xmlns:a16="http://schemas.microsoft.com/office/drawing/2014/main" id="{D3EA4C30-111E-F3FA-B6E9-F23447AC9326}"/>
              </a:ext>
            </a:extLst>
          </p:cNvPr>
          <p:cNvSpPr/>
          <p:nvPr userDrawn="1"/>
        </p:nvSpPr>
        <p:spPr>
          <a:xfrm>
            <a:off x="0" y="0"/>
            <a:ext cx="12192000" cy="68468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2385387890"/>
      </p:ext>
    </p:extLst>
  </p:cSld>
  <p:clrMapOvr>
    <a:masterClrMapping/>
  </p:clrMapOvr>
</p:sldLayout>
</file>

<file path=ppt/slideLayouts/slideLayout212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16.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a9457e6608504a88"/>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18.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ffc9ba27bbc44063"/>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19.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8884ac87192f4c51"/>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20.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92adf69e98004e4a"/>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21.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8b4619f2d92d4776"/>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23.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87f7b5681b044002"/>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24.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e5dd12ad936044ab"/>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26.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1571bf20da184148"/>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1227.xml><?xml version="1.0" encoding="utf-8"?>
<p:sldLayout xmlns:a16="http://schemas.microsoft.com/office/drawing/2014/main" xmlns:p14="http://schemas.microsoft.com/office/powerpoint/2010/main" xmlns:mc="http://schemas.openxmlformats.org/markup-compatibility/2006" xmlns:v="urn:schemas-microsoft-com:vml"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F4D7CEC-F1C0-EC3F-ED76-363EB152801C}"/>
              </a:ext>
            </a:extLst>
          </p:cNvPr>
          <p:cNvGraphicFramePr>
            <a:graphicFrameLocks noChangeAspect="1"/>
          </p:cNvGraphicFramePr>
          <p:nvPr userDrawn="1">
            <p:custDataLst>
              <p:tags r:id="rId1"/>
            </p:custDataLst>
            <p:extLst>
              <p:ext uri="{D42A27DB-BD31-4B8C-83A1-F6EECF244321}">
                <p14:modId xmlns:p14="http://schemas.microsoft.com/office/powerpoint/2010/main" val="335207828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AF4D7CEC-F1C0-EC3F-ED76-363EB152801C}"/>
                          </a:ext>
                        </a:extLst>
                      </p:cNvPr>
                      <p:cNvPicPr/>
                      <p:nvPr/>
                    </p:nvPicPr>
                    <p:blipFill>
                      <a:blip r:embed="R367eaa6d095c4477"/>
                      <a:stretch>
                        <a:fillRect/>
                      </a:stretch>
                    </p:blipFill>
                    <p:spPr>
                      <a:xfrm>
                        <a:off x="1588" y="1588"/>
                        <a:ext cx="1227" cy="1588"/>
                      </a:xfrm>
                      <a:prstGeom prst="rect">
                        <a:avLst/>
                      </a:prstGeom>
                    </p:spPr>
                  </p:pic>
                </p:oleObj>
              </mc:Fallback>
            </mc:AlternateContent>
          </a:graphicData>
        </a:graphic>
      </p:graphicFrame>
      <p:sp>
        <p:nvSpPr>
          <p:cNvPr id="3" name="Content Placeholder 2"/>
          <p:cNvSpPr>
            <a:spLocks noGrp="1"/>
          </p:cNvSpPr>
          <p:nvPr>
            <p:ph idx="1"/>
          </p:nvPr>
        </p:nvSpPr>
        <p:spPr>
          <a:xfrm>
            <a:off x="457200" y="1840231"/>
            <a:ext cx="11274552" cy="4336732"/>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1">
            <a:extLst>
              <a:ext uri="{FF2B5EF4-FFF2-40B4-BE49-F238E27FC236}">
                <a16:creationId xmlns:a16="http://schemas.microsoft.com/office/drawing/2014/main" id="{4A7CC33A-95C4-503A-96EC-57278D0ADC37}"/>
              </a:ext>
            </a:extLst>
          </p:cNvPr>
          <p:cNvSpPr>
            <a:spLocks noGrp="1"/>
          </p:cNvSpPr>
          <p:nvPr>
            <p:ph type="title"/>
          </p:nvPr>
        </p:nvSpPr>
        <p:spPr>
          <a:xfrm>
            <a:off x="457200" y="457200"/>
            <a:ext cx="11277600" cy="609600"/>
          </a:xfrm>
          <a:prstGeom prst="rect">
            <a:avLst/>
          </a:prstGeom>
        </p:spPr>
        <p:txBody>
          <a:bodyPr vert="horz" tIns="91440"/>
          <a:lstStyle/>
          <a:p>
            <a:r>
              <a:rPr lang="en-US"/>
              <a:t>Click to edit Master title style</a:t>
            </a:r>
          </a:p>
        </p:txBody>
      </p:sp>
      <p:sp>
        <p:nvSpPr>
          <p:cNvPr id="17" name="Text Placeholder 13">
            <a:extLst>
              <a:ext uri="{FF2B5EF4-FFF2-40B4-BE49-F238E27FC236}">
                <a16:creationId xmlns:a16="http://schemas.microsoft.com/office/drawing/2014/main" id="{451CB42C-524F-DEFC-AF2C-D6EFAB7F3BFA}"/>
              </a:ext>
            </a:extLst>
          </p:cNvPr>
          <p:cNvSpPr>
            <a:spLocks noGrp="1"/>
          </p:cNvSpPr>
          <p:nvPr>
            <p:ph type="body" sz="quarter" idx="14"/>
          </p:nvPr>
        </p:nvSpPr>
        <p:spPr>
          <a:xfrm>
            <a:off x="457198" y="342900"/>
            <a:ext cx="11274552" cy="177800"/>
          </a:xfrm>
        </p:spPr>
        <p:txBody>
          <a:bodyPr vert="horz" lIns="0" tIns="0" rIns="0" bIns="0" rtlCol="0" anchor="ctr">
            <a:normAutofit/>
          </a:bodyPr>
          <a:lstStyle>
            <a:lvl1pPr>
              <a:defRPr lang="en-US" sz="1000" cap="all" dirty="0">
                <a:solidFill>
                  <a:schemeClr val="accent1"/>
                </a:solidFill>
              </a:defRPr>
            </a:lvl1pPr>
          </a:lstStyle>
          <a:p>
            <a:pPr marL="0" lvl="0" indent="0">
              <a:buNone/>
            </a:pPr>
            <a:r>
              <a:rPr lang="en-US" dirty="0"/>
              <a:t>Click to edit Master text styles</a:t>
            </a:r>
          </a:p>
        </p:txBody>
      </p:sp>
      <p:sp>
        <p:nvSpPr>
          <p:cNvPr id="19" name="Text Placeholder 18">
            <a:extLst>
              <a:ext uri="{FF2B5EF4-FFF2-40B4-BE49-F238E27FC236}">
                <a16:creationId xmlns:a16="http://schemas.microsoft.com/office/drawing/2014/main" id="{E04637A1-BBA6-9046-A634-F8ADD8056BC0}"/>
              </a:ext>
            </a:extLst>
          </p:cNvPr>
          <p:cNvSpPr>
            <a:spLocks noGrp="1"/>
          </p:cNvSpPr>
          <p:nvPr>
            <p:ph type="body" sz="quarter" idx="15"/>
          </p:nvPr>
        </p:nvSpPr>
        <p:spPr>
          <a:xfrm>
            <a:off x="457200" y="1042988"/>
            <a:ext cx="11274425" cy="617537"/>
          </a:xfrm>
        </p:spPr>
        <p:txBody>
          <a:bodyPr lIns="45720" tIns="91440" rIns="45720"/>
          <a:lstStyle>
            <a:lvl1pPr marL="0" indent="0">
              <a:buNone/>
              <a:defRPr/>
            </a:lvl1pPr>
            <a:lvl2pPr marL="457200" indent="0">
              <a:buNone/>
              <a:defRPr/>
            </a:lvl2pPr>
          </a:lstStyle>
          <a:p>
            <a:pPr lvl="0"/>
            <a:r>
              <a:rPr lang="en-US"/>
              <a:t>Click to edit Master text styles</a:t>
            </a:r>
          </a:p>
        </p:txBody>
      </p:sp>
      <p:sp>
        <p:nvSpPr>
          <p:cNvPr id="21" name="Slide Number Placeholder 20">
            <a:extLst>
              <a:ext uri="{FF2B5EF4-FFF2-40B4-BE49-F238E27FC236}">
                <a16:creationId xmlns:a16="http://schemas.microsoft.com/office/drawing/2014/main" id="{603D18F9-3BC3-1841-2E1B-1E3C053CC375}"/>
              </a:ext>
            </a:extLst>
          </p:cNvPr>
          <p:cNvSpPr>
            <a:spLocks noGrp="1"/>
          </p:cNvSpPr>
          <p:nvPr>
            <p:ph type="sldNum" sz="quarter" idx="17"/>
          </p:nvPr>
        </p:nvSpPr>
        <p:spPr/>
        <p:txBody>
          <a:bodyPr/>
          <a:lstStyle/>
          <a:p>
            <a:fld id="{0122C274-3D99-4A24-ADE9-DD3F36DBA14D}"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512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400A-5F4D-218D-3FB0-543EC3FC2FE0}"/>
              </a:ext>
            </a:extLst>
          </p:cNvPr>
          <p:cNvSpPr>
            <a:spLocks noGrp="1"/>
          </p:cNvSpPr>
          <p:nvPr>
            <p:ph type="title"/>
          </p:nvPr>
        </p:nvSpPr>
        <p:spPr>
          <a:xfrm>
            <a:off x="457200" y="457200"/>
            <a:ext cx="11277600" cy="609600"/>
          </a:xfrm>
        </p:spPr>
        <p:txBody>
          <a:bodyPr vert="horz" lIns="0" tIns="91440" rIns="0" bIns="45720" rtlCol="0" anchor="ctr">
            <a:normAutofit/>
          </a:bodyPr>
          <a:lstStyle>
            <a:lvl1pPr>
              <a:defRPr lang="en-US"/>
            </a:lvl1pPr>
          </a:lstStyle>
          <a:p>
            <a:pPr lvl="0"/>
            <a:r>
              <a:rPr lang="en-US" dirty="0"/>
              <a:t>Click to edit Master title style</a:t>
            </a:r>
          </a:p>
        </p:txBody>
      </p:sp>
      <p:sp>
        <p:nvSpPr>
          <p:cNvPr id="3" name="Slide Number Placeholder 2">
            <a:extLst>
              <a:ext uri="{FF2B5EF4-FFF2-40B4-BE49-F238E27FC236}">
                <a16:creationId xmlns:a16="http://schemas.microsoft.com/office/drawing/2014/main" id="{5EAC2C7A-2056-A0D4-EB1C-728E7FADFF11}"/>
              </a:ext>
            </a:extLst>
          </p:cNvPr>
          <p:cNvSpPr>
            <a:spLocks noGrp="1"/>
          </p:cNvSpPr>
          <p:nvPr>
            <p:ph type="sldNum" sz="quarter" idx="10"/>
          </p:nvPr>
        </p:nvSpPr>
        <p:spPr/>
        <p:txBody>
          <a:bodyPr/>
          <a:lstStyle/>
          <a:p>
            <a:fld id="{0122C274-3D99-4A24-ADE9-DD3F36DBA14D}" type="slidenum">
              <a:rPr lang="en-US" smtClean="0"/>
              <a:pPr/>
              <a:t>‹#›</a:t>
            </a:fld>
            <a:endParaRPr lang="en-US"/>
          </a:p>
        </p:txBody>
      </p:sp>
    </p:spTree>
    <p:extLst>
      <p:ext uri="{BB962C8B-B14F-4D97-AF65-F5344CB8AC3E}">
        <p14:creationId xmlns:p14="http://schemas.microsoft.com/office/powerpoint/2010/main" val="3116450176"/>
      </p:ext>
    </p:extLst>
  </p:cSld>
  <p:clrMapOvr>
    <a:masterClrMapping/>
  </p:clrMapOvr>
</p:sldLayout>
</file>

<file path=ppt/slideLayouts/slideLayout512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400A-5F4D-218D-3FB0-543EC3FC2FE0}"/>
              </a:ext>
            </a:extLst>
          </p:cNvPr>
          <p:cNvSpPr>
            <a:spLocks noGrp="1"/>
          </p:cNvSpPr>
          <p:nvPr>
            <p:ph type="title"/>
          </p:nvPr>
        </p:nvSpPr>
        <p:spPr>
          <a:xfrm>
            <a:off x="457200" y="457200"/>
            <a:ext cx="11277600" cy="609600"/>
          </a:xfrm>
        </p:spPr>
        <p:txBody>
          <a:bodyPr vert="horz" lIns="0" tIns="91440" rIns="0" bIns="45720" rtlCol="0" anchor="ctr">
            <a:normAutofit/>
          </a:bodyPr>
          <a:lstStyle>
            <a:lvl1pPr>
              <a:defRPr lang="en-US"/>
            </a:lvl1pPr>
          </a:lstStyle>
          <a:p>
            <a:pPr lvl="0"/>
            <a:r>
              <a:rPr lang="en-US" dirty="0"/>
              <a:t>Click to edit Master title style</a:t>
            </a:r>
          </a:p>
        </p:txBody>
      </p:sp>
      <p:sp>
        <p:nvSpPr>
          <p:cNvPr id="3" name="Slide Number Placeholder 2">
            <a:extLst>
              <a:ext uri="{FF2B5EF4-FFF2-40B4-BE49-F238E27FC236}">
                <a16:creationId xmlns:a16="http://schemas.microsoft.com/office/drawing/2014/main" id="{5EAC2C7A-2056-A0D4-EB1C-728E7FADFF11}"/>
              </a:ext>
            </a:extLst>
          </p:cNvPr>
          <p:cNvSpPr>
            <a:spLocks noGrp="1"/>
          </p:cNvSpPr>
          <p:nvPr>
            <p:ph type="sldNum" sz="quarter" idx="10"/>
          </p:nvPr>
        </p:nvSpPr>
        <p:spPr/>
        <p:txBody>
          <a:bodyPr/>
          <a:lstStyle/>
          <a:p>
            <a:fld id="{0122C274-3D99-4A24-ADE9-DD3F36DBA14D}" type="slidenum">
              <a:rPr lang="en-US" smtClean="0"/>
              <a:pPr/>
              <a:t>‹#›</a:t>
            </a:fld>
            <a:endParaRPr lang="en-US"/>
          </a:p>
        </p:txBody>
      </p:sp>
    </p:spTree>
    <p:extLst>
      <p:ext uri="{BB962C8B-B14F-4D97-AF65-F5344CB8AC3E}">
        <p14:creationId xmlns:p14="http://schemas.microsoft.com/office/powerpoint/2010/main" val="3116450176"/>
      </p:ext>
    </p:extLst>
  </p:cSld>
  <p:clrMapOvr>
    <a:masterClrMapping/>
  </p:clrMapOvr>
</p:sldLayout>
</file>

<file path=ppt/slideLayouts/slideLayout512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400A-5F4D-218D-3FB0-543EC3FC2FE0}"/>
              </a:ext>
            </a:extLst>
          </p:cNvPr>
          <p:cNvSpPr>
            <a:spLocks noGrp="1"/>
          </p:cNvSpPr>
          <p:nvPr>
            <p:ph type="title"/>
          </p:nvPr>
        </p:nvSpPr>
        <p:spPr>
          <a:xfrm>
            <a:off x="457200" y="457200"/>
            <a:ext cx="11277600" cy="609600"/>
          </a:xfrm>
        </p:spPr>
        <p:txBody>
          <a:bodyPr vert="horz" lIns="0" tIns="91440" rIns="0" bIns="45720" rtlCol="0" anchor="ctr">
            <a:normAutofit/>
          </a:bodyPr>
          <a:lstStyle>
            <a:lvl1pPr>
              <a:defRPr lang="en-US"/>
            </a:lvl1pPr>
          </a:lstStyle>
          <a:p>
            <a:pPr lvl="0"/>
            <a:r>
              <a:rPr lang="en-US" dirty="0"/>
              <a:t>Click to edit Master title style</a:t>
            </a:r>
          </a:p>
        </p:txBody>
      </p:sp>
      <p:sp>
        <p:nvSpPr>
          <p:cNvPr id="3" name="Slide Number Placeholder 2">
            <a:extLst>
              <a:ext uri="{FF2B5EF4-FFF2-40B4-BE49-F238E27FC236}">
                <a16:creationId xmlns:a16="http://schemas.microsoft.com/office/drawing/2014/main" id="{5EAC2C7A-2056-A0D4-EB1C-728E7FADFF11}"/>
              </a:ext>
            </a:extLst>
          </p:cNvPr>
          <p:cNvSpPr>
            <a:spLocks noGrp="1"/>
          </p:cNvSpPr>
          <p:nvPr>
            <p:ph type="sldNum" sz="quarter" idx="10"/>
          </p:nvPr>
        </p:nvSpPr>
        <p:spPr/>
        <p:txBody>
          <a:bodyPr/>
          <a:lstStyle/>
          <a:p>
            <a:fld id="{0122C274-3D99-4A24-ADE9-DD3F36DBA14D}" type="slidenum">
              <a:rPr lang="en-US" smtClean="0"/>
              <a:pPr/>
              <a:t>‹#›</a:t>
            </a:fld>
            <a:endParaRPr lang="en-US"/>
          </a:p>
        </p:txBody>
      </p:sp>
    </p:spTree>
    <p:extLst>
      <p:ext uri="{BB962C8B-B14F-4D97-AF65-F5344CB8AC3E}">
        <p14:creationId xmlns:p14="http://schemas.microsoft.com/office/powerpoint/2010/main" val="3116450176"/>
      </p:ext>
    </p:extLst>
  </p:cSld>
  <p:clrMapOvr>
    <a:masterClrMapping/>
  </p:clrMapOvr>
</p:sldLayout>
</file>

<file path=ppt/slideLayouts/slideLayout512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400A-5F4D-218D-3FB0-543EC3FC2FE0}"/>
              </a:ext>
            </a:extLst>
          </p:cNvPr>
          <p:cNvSpPr>
            <a:spLocks noGrp="1"/>
          </p:cNvSpPr>
          <p:nvPr>
            <p:ph type="title"/>
          </p:nvPr>
        </p:nvSpPr>
        <p:spPr>
          <a:xfrm>
            <a:off x="457200" y="457200"/>
            <a:ext cx="11277600" cy="609600"/>
          </a:xfrm>
        </p:spPr>
        <p:txBody>
          <a:bodyPr vert="horz" lIns="0" tIns="91440" rIns="0" bIns="45720" rtlCol="0" anchor="ctr">
            <a:normAutofit/>
          </a:bodyPr>
          <a:lstStyle>
            <a:lvl1pPr>
              <a:defRPr lang="en-US"/>
            </a:lvl1pPr>
          </a:lstStyle>
          <a:p>
            <a:pPr lvl="0"/>
            <a:r>
              <a:rPr lang="en-US" dirty="0"/>
              <a:t>Click to edit Master title style</a:t>
            </a:r>
          </a:p>
        </p:txBody>
      </p:sp>
      <p:sp>
        <p:nvSpPr>
          <p:cNvPr id="3" name="Slide Number Placeholder 2">
            <a:extLst>
              <a:ext uri="{FF2B5EF4-FFF2-40B4-BE49-F238E27FC236}">
                <a16:creationId xmlns:a16="http://schemas.microsoft.com/office/drawing/2014/main" id="{5EAC2C7A-2056-A0D4-EB1C-728E7FADFF11}"/>
              </a:ext>
            </a:extLst>
          </p:cNvPr>
          <p:cNvSpPr>
            <a:spLocks noGrp="1"/>
          </p:cNvSpPr>
          <p:nvPr>
            <p:ph type="sldNum" sz="quarter" idx="10"/>
          </p:nvPr>
        </p:nvSpPr>
        <p:spPr/>
        <p:txBody>
          <a:bodyPr/>
          <a:lstStyle/>
          <a:p>
            <a:fld id="{0122C274-3D99-4A24-ADE9-DD3F36DBA14D}" type="slidenum">
              <a:rPr lang="en-US" smtClean="0"/>
              <a:pPr/>
              <a:t>‹#›</a:t>
            </a:fld>
            <a:endParaRPr lang="en-US"/>
          </a:p>
        </p:txBody>
      </p:sp>
    </p:spTree>
    <p:extLst>
      <p:ext uri="{BB962C8B-B14F-4D97-AF65-F5344CB8AC3E}">
        <p14:creationId xmlns:p14="http://schemas.microsoft.com/office/powerpoint/2010/main" val="3116450176"/>
      </p:ext>
    </p:extLst>
  </p:cSld>
  <p:clrMapOvr>
    <a:masterClrMapping/>
  </p:clrMapOvr>
</p:sldLayout>
</file>

<file path=ppt/slideLayouts/slideLayout512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400A-5F4D-218D-3FB0-543EC3FC2FE0}"/>
              </a:ext>
            </a:extLst>
          </p:cNvPr>
          <p:cNvSpPr>
            <a:spLocks noGrp="1"/>
          </p:cNvSpPr>
          <p:nvPr>
            <p:ph type="title"/>
          </p:nvPr>
        </p:nvSpPr>
        <p:spPr>
          <a:xfrm>
            <a:off x="457200" y="457200"/>
            <a:ext cx="11277600" cy="609600"/>
          </a:xfrm>
        </p:spPr>
        <p:txBody>
          <a:bodyPr vert="horz" lIns="0" tIns="91440" rIns="0" bIns="45720" rtlCol="0" anchor="ctr">
            <a:normAutofit/>
          </a:bodyPr>
          <a:lstStyle>
            <a:lvl1pPr>
              <a:defRPr lang="en-US"/>
            </a:lvl1pPr>
          </a:lstStyle>
          <a:p>
            <a:pPr lvl="0"/>
            <a:r>
              <a:rPr lang="en-US" dirty="0"/>
              <a:t>Click to edit Master title style</a:t>
            </a:r>
          </a:p>
        </p:txBody>
      </p:sp>
      <p:sp>
        <p:nvSpPr>
          <p:cNvPr id="3" name="Slide Number Placeholder 2">
            <a:extLst>
              <a:ext uri="{FF2B5EF4-FFF2-40B4-BE49-F238E27FC236}">
                <a16:creationId xmlns:a16="http://schemas.microsoft.com/office/drawing/2014/main" id="{5EAC2C7A-2056-A0D4-EB1C-728E7FADFF11}"/>
              </a:ext>
            </a:extLst>
          </p:cNvPr>
          <p:cNvSpPr>
            <a:spLocks noGrp="1"/>
          </p:cNvSpPr>
          <p:nvPr>
            <p:ph type="sldNum" sz="quarter" idx="10"/>
          </p:nvPr>
        </p:nvSpPr>
        <p:spPr/>
        <p:txBody>
          <a:bodyPr/>
          <a:lstStyle/>
          <a:p>
            <a:fld id="{0122C274-3D99-4A24-ADE9-DD3F36DBA14D}" type="slidenum">
              <a:rPr lang="en-US" smtClean="0"/>
              <a:pPr/>
              <a:t>‹#›</a:t>
            </a:fld>
            <a:endParaRPr lang="en-US"/>
          </a:p>
        </p:txBody>
      </p:sp>
    </p:spTree>
    <p:extLst>
      <p:ext uri="{BB962C8B-B14F-4D97-AF65-F5344CB8AC3E}">
        <p14:creationId xmlns:p14="http://schemas.microsoft.com/office/powerpoint/2010/main" val="3116450176"/>
      </p:ext>
    </p:extLst>
  </p:cSld>
  <p:clrMapOvr>
    <a:masterClrMapping/>
  </p:clrMapOvr>
</p:sldLayout>
</file>

<file path=ppt/slideLayouts/slideLayout6122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78B747-78A4-16EF-4957-CEC3D424CF58}"/>
              </a:ext>
            </a:extLst>
          </p:cNvPr>
          <p:cNvSpPr>
            <a:spLocks noGrp="1"/>
          </p:cNvSpPr>
          <p:nvPr>
            <p:ph type="sldNum" sz="quarter" idx="10"/>
          </p:nvPr>
        </p:nvSpPr>
        <p:spPr/>
        <p:txBody>
          <a:bodyPr/>
          <a:lstStyle/>
          <a:p>
            <a:fld id="{0122C274-3D99-4A24-ADE9-DD3F36DBA14D}" type="slidenum">
              <a:rPr lang="en-US" smtClean="0"/>
              <a:pPr/>
              <a:t>‹#›</a:t>
            </a:fld>
            <a:endParaRPr lang="en-US"/>
          </a:p>
        </p:txBody>
      </p:sp>
    </p:spTree>
    <p:extLst>
      <p:ext uri="{BB962C8B-B14F-4D97-AF65-F5344CB8AC3E}">
        <p14:creationId xmlns:p14="http://schemas.microsoft.com/office/powerpoint/2010/main" val="3967442914"/>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8.xml" Id="rId8" /><Relationship Type="http://schemas.openxmlformats.org/officeDocument/2006/relationships/slideLayout" Target="/ppt/slideLayouts/slideLayout3.xml" Id="rId3" /><Relationship Type="http://schemas.openxmlformats.org/officeDocument/2006/relationships/slideLayout" Target="/ppt/slideLayouts/slideLayout7.xml" Id="rId7" /><Relationship Type="http://schemas.openxmlformats.org/officeDocument/2006/relationships/theme" Target="/ppt/theme/theme1.xml" Id="rId12" /><Relationship Type="http://schemas.openxmlformats.org/officeDocument/2006/relationships/slideLayout" Target="/ppt/slideLayouts/slideLayout2.xml" Id="rId2" /><Relationship Type="http://schemas.openxmlformats.org/officeDocument/2006/relationships/slideLayout" Target="/ppt/slideLayouts/slideLayout1.xml" Id="rId1" /><Relationship Type="http://schemas.openxmlformats.org/officeDocument/2006/relationships/slideLayout" Target="/ppt/slideLayouts/slideLayout6.xml" Id="rId6" /><Relationship Type="http://schemas.openxmlformats.org/officeDocument/2006/relationships/slideLayout" Target="/ppt/slideLayouts/slideLayout11.xml" Id="rId11" /><Relationship Type="http://schemas.openxmlformats.org/officeDocument/2006/relationships/slideLayout" Target="/ppt/slideLayouts/slideLayout5.xml" Id="rId5" /><Relationship Type="http://schemas.openxmlformats.org/officeDocument/2006/relationships/slideLayout" Target="/ppt/slideLayouts/slideLayout10.xml" Id="rId10" /><Relationship Type="http://schemas.openxmlformats.org/officeDocument/2006/relationships/slideLayout" Target="/ppt/slideLayouts/slideLayout4.xml" Id="rId4" /><Relationship Type="http://schemas.openxmlformats.org/officeDocument/2006/relationships/slideLayout" Target="/ppt/slideLayouts/slideLayout9.xml" Id="rId9" /></Relationships>
</file>

<file path=ppt/slideMasters/_rels/slideMaster122.xml.rels>&#65279;<?xml version="1.0" encoding="utf-8"?><Relationships xmlns="http://schemas.openxmlformats.org/package/2006/relationships"><Relationship Type="http://schemas.openxmlformats.org/officeDocument/2006/relationships/theme" Target="/ppt/theme/theme122.xml" Id="rId8" /><Relationship Type="http://schemas.openxmlformats.org/officeDocument/2006/relationships/slideLayout" Target="/ppt/slideLayouts/slideLayout11212.xml" Id="rId1" /><Relationship Type="http://schemas.openxmlformats.org/officeDocument/2006/relationships/image" Target="/ppt/media/image1.emf" Id="rId11" /><Relationship Type="http://schemas.openxmlformats.org/officeDocument/2006/relationships/oleObject" Target="/ppt/embeddings/oleObject122.bin" Id="rId10" /><Relationship Type="http://schemas.openxmlformats.org/officeDocument/2006/relationships/tags" Target="/ppt/tags/tag211.xml" Id="rId9" /></Relationships>
</file>

<file path=ppt/slideMasters/_rels/slideMaster123.xml.rels>&#65279;<?xml version="1.0" encoding="utf-8"?><Relationships xmlns="http://schemas.openxmlformats.org/package/2006/relationships"><Relationship Type="http://schemas.openxmlformats.org/officeDocument/2006/relationships/theme" Target="/ppt/theme/theme123.xml" Id="rId8" /><Relationship Type="http://schemas.openxmlformats.org/officeDocument/2006/relationships/slideLayout" Target="/ppt/slideLayouts/slideLayout51213.xml" Id="rId5" /><Relationship Type="http://schemas.openxmlformats.org/officeDocument/2006/relationships/oleObject" Target="/ppt/embeddings/oleObject125.bin" Id="rId10" /><Relationship Type="http://schemas.openxmlformats.org/officeDocument/2006/relationships/tags" Target="/ppt/tags/tag2413.xml" Id="rId9" /><Relationship Type="http://schemas.openxmlformats.org/officeDocument/2006/relationships/image" Target="/ppt/media/image1.emf" Id="R89e7436fcd6e4ead" /></Relationships>
</file>

<file path=ppt/slideMasters/_rels/slideMaster124.xml.rels>&#65279;<?xml version="1.0" encoding="utf-8"?><Relationships xmlns="http://schemas.openxmlformats.org/package/2006/relationships"><Relationship Type="http://schemas.openxmlformats.org/officeDocument/2006/relationships/theme" Target="/ppt/theme/theme124.xml" Id="rId8" /><Relationship Type="http://schemas.openxmlformats.org/officeDocument/2006/relationships/slideLayout" Target="/ppt/slideLayouts/slideLayout51214.xml" Id="rId5" /><Relationship Type="http://schemas.openxmlformats.org/officeDocument/2006/relationships/oleObject" Target="/ppt/embeddings/oleObject127.bin" Id="rId10" /><Relationship Type="http://schemas.openxmlformats.org/officeDocument/2006/relationships/tags" Target="/ppt/tags/tag2722.xml" Id="rId9" /><Relationship Type="http://schemas.openxmlformats.org/officeDocument/2006/relationships/image" Target="/ppt/media/image1.emf" Id="R3772a89a76994bdc" /></Relationships>
</file>

<file path=ppt/slideMasters/_rels/slideMaster125.xml.rels>&#65279;<?xml version="1.0" encoding="utf-8"?><Relationships xmlns="http://schemas.openxmlformats.org/package/2006/relationships"><Relationship Type="http://schemas.openxmlformats.org/officeDocument/2006/relationships/theme" Target="/ppt/theme/theme125.xml" Id="rId8" /><Relationship Type="http://schemas.openxmlformats.org/officeDocument/2006/relationships/slideLayout" Target="/ppt/slideLayouts/slideLayout21215.xml" Id="rId2" /><Relationship Type="http://schemas.openxmlformats.org/officeDocument/2006/relationships/oleObject" Target="/ppt/embeddings/oleObject1310.bin" Id="rId10" /><Relationship Type="http://schemas.openxmlformats.org/officeDocument/2006/relationships/tags" Target="/ppt/tags/tag21142.xml" Id="rId9" /><Relationship Type="http://schemas.openxmlformats.org/officeDocument/2006/relationships/image" Target="/ppt/media/image1.emf" Id="Rd2dfb96402464da4" /></Relationships>
</file>

<file path=ppt/slideMasters/_rels/slideMaster126.xml.rels>&#65279;<?xml version="1.0" encoding="utf-8"?><Relationships xmlns="http://schemas.openxmlformats.org/package/2006/relationships"><Relationship Type="http://schemas.openxmlformats.org/officeDocument/2006/relationships/theme" Target="/ppt/theme/theme126.xml" Id="rId8" /><Relationship Type="http://schemas.openxmlformats.org/officeDocument/2006/relationships/slideLayout" Target="/ppt/slideLayouts/slideLayout21216.xml" Id="rId2" /><Relationship Type="http://schemas.openxmlformats.org/officeDocument/2006/relationships/oleObject" Target="/ppt/embeddings/oleObject1313.bin" Id="rId10" /><Relationship Type="http://schemas.openxmlformats.org/officeDocument/2006/relationships/tags" Target="/ppt/tags/tag2451.xml" Id="rId9" /><Relationship Type="http://schemas.openxmlformats.org/officeDocument/2006/relationships/image" Target="/ppt/media/image1.emf" Id="Rd2ae76ec053243d8" /></Relationships>
</file>

<file path=ppt/slideMasters/_rels/slideMaster127.xml.rels>&#65279;<?xml version="1.0" encoding="utf-8"?><Relationships xmlns="http://schemas.openxmlformats.org/package/2006/relationships"><Relationship Type="http://schemas.openxmlformats.org/officeDocument/2006/relationships/theme" Target="/ppt/theme/theme127.xml" Id="rId8" /><Relationship Type="http://schemas.openxmlformats.org/officeDocument/2006/relationships/slideLayout" Target="/ppt/slideLayouts/slideLayout51217.xml" Id="rId5" /><Relationship Type="http://schemas.openxmlformats.org/officeDocument/2006/relationships/oleObject" Target="/ppt/embeddings/oleObject1215.bin" Id="rId10" /><Relationship Type="http://schemas.openxmlformats.org/officeDocument/2006/relationships/tags" Target="/ppt/tags/tag2767.xml" Id="rId9" /><Relationship Type="http://schemas.openxmlformats.org/officeDocument/2006/relationships/image" Target="/ppt/media/image1.emf" Id="R591bd146223f4c3c" /></Relationships>
</file>

<file path=ppt/slideMasters/_rels/slideMaster128.xml.rels>&#65279;<?xml version="1.0" encoding="utf-8"?><Relationships xmlns="http://schemas.openxmlformats.org/package/2006/relationships"><Relationship Type="http://schemas.openxmlformats.org/officeDocument/2006/relationships/theme" Target="/ppt/theme/theme128.xml" Id="rId8" /><Relationship Type="http://schemas.openxmlformats.org/officeDocument/2006/relationships/slideLayout" Target="/ppt/slideLayouts/slideLayout21218.xml" Id="rId2" /><Relationship Type="http://schemas.openxmlformats.org/officeDocument/2006/relationships/oleObject" Target="/ppt/embeddings/oleObject1217.bin" Id="rId10" /><Relationship Type="http://schemas.openxmlformats.org/officeDocument/2006/relationships/tags" Target="/ppt/tags/tag2379.xml" Id="rId9" /><Relationship Type="http://schemas.openxmlformats.org/officeDocument/2006/relationships/image" Target="/ppt/media/image1.emf" Id="R14664843f1ca443f" /></Relationships>
</file>

<file path=ppt/slideMasters/_rels/slideMaster129.xml.rels>&#65279;<?xml version="1.0" encoding="utf-8"?><Relationships xmlns="http://schemas.openxmlformats.org/package/2006/relationships"><Relationship Type="http://schemas.openxmlformats.org/officeDocument/2006/relationships/theme" Target="/ppt/theme/theme129.xml" Id="rId8" /><Relationship Type="http://schemas.openxmlformats.org/officeDocument/2006/relationships/slideLayout" Target="/ppt/slideLayouts/slideLayout21219.xml" Id="rId2" /><Relationship Type="http://schemas.openxmlformats.org/officeDocument/2006/relationships/oleObject" Target="/ppt/embeddings/oleObject1321.bin" Id="rId10" /><Relationship Type="http://schemas.openxmlformats.org/officeDocument/2006/relationships/tags" Target="/ppt/tags/tag2499.xml" Id="rId9" /><Relationship Type="http://schemas.openxmlformats.org/officeDocument/2006/relationships/image" Target="/ppt/media/image1.emf" Id="R0cea51a4fd4747af" /></Relationships>
</file>

<file path=ppt/slideMasters/_rels/slideMaster1210.xml.rels>&#65279;<?xml version="1.0" encoding="utf-8"?><Relationships xmlns="http://schemas.openxmlformats.org/package/2006/relationships"><Relationship Type="http://schemas.openxmlformats.org/officeDocument/2006/relationships/theme" Target="/ppt/theme/theme1210.xml" Id="rId8" /><Relationship Type="http://schemas.openxmlformats.org/officeDocument/2006/relationships/slideLayout" Target="/ppt/slideLayouts/slideLayout21220.xml" Id="rId2" /><Relationship Type="http://schemas.openxmlformats.org/officeDocument/2006/relationships/oleObject" Target="/ppt/embeddings/oleObject1324.bin" Id="rId10" /><Relationship Type="http://schemas.openxmlformats.org/officeDocument/2006/relationships/tags" Target="/ppt/tags/tag24112.xml" Id="rId9" /><Relationship Type="http://schemas.openxmlformats.org/officeDocument/2006/relationships/image" Target="/ppt/media/image1.emf" Id="Re9f11c6800e14443" /></Relationships>
</file>

<file path=ppt/slideMasters/_rels/slideMaster1211.xml.rels>&#65279;<?xml version="1.0" encoding="utf-8"?><Relationships xmlns="http://schemas.openxmlformats.org/package/2006/relationships"><Relationship Type="http://schemas.openxmlformats.org/officeDocument/2006/relationships/theme" Target="/ppt/theme/theme1211.xml" Id="rId8" /><Relationship Type="http://schemas.openxmlformats.org/officeDocument/2006/relationships/slideLayout" Target="/ppt/slideLayouts/slideLayout21221.xml" Id="rId2" /><Relationship Type="http://schemas.openxmlformats.org/officeDocument/2006/relationships/oleObject" Target="/ppt/embeddings/oleObject1226.bin" Id="rId10" /><Relationship Type="http://schemas.openxmlformats.org/officeDocument/2006/relationships/tags" Target="/ppt/tags/tag25126.xml" Id="rId9" /><Relationship Type="http://schemas.openxmlformats.org/officeDocument/2006/relationships/image" Target="/ppt/media/image1.emf" Id="Rdf0acce1629c4af0" /></Relationships>
</file>

<file path=ppt/slideMasters/_rels/slideMaster1212.xml.rels>&#65279;<?xml version="1.0" encoding="utf-8"?><Relationships xmlns="http://schemas.openxmlformats.org/package/2006/relationships"><Relationship Type="http://schemas.openxmlformats.org/officeDocument/2006/relationships/theme" Target="/ppt/theme/theme1212.xml" Id="rId8" /><Relationship Type="http://schemas.openxmlformats.org/officeDocument/2006/relationships/slideLayout" Target="/ppt/slideLayouts/slideLayout51222.xml" Id="rId5" /><Relationship Type="http://schemas.openxmlformats.org/officeDocument/2006/relationships/oleObject" Target="/ppt/embeddings/oleObject1229.bin" Id="rId10" /><Relationship Type="http://schemas.openxmlformats.org/officeDocument/2006/relationships/tags" Target="/ppt/tags/tag227170.xml" Id="rId9" /><Relationship Type="http://schemas.openxmlformats.org/officeDocument/2006/relationships/image" Target="/ppt/media/image1.emf" Id="R5fa5be3de2384075" /></Relationships>
</file>

<file path=ppt/slideMasters/_rels/slideMaster1213.xml.rels>&#65279;<?xml version="1.0" encoding="utf-8"?><Relationships xmlns="http://schemas.openxmlformats.org/package/2006/relationships"><Relationship Type="http://schemas.openxmlformats.org/officeDocument/2006/relationships/theme" Target="/ppt/theme/theme1213.xml" Id="rId8" /><Relationship Type="http://schemas.openxmlformats.org/officeDocument/2006/relationships/slideLayout" Target="/ppt/slideLayouts/slideLayout21223.xml" Id="rId2" /><Relationship Type="http://schemas.openxmlformats.org/officeDocument/2006/relationships/oleObject" Target="/ppt/embeddings/oleObject1231.bin" Id="rId10" /><Relationship Type="http://schemas.openxmlformats.org/officeDocument/2006/relationships/tags" Target="/ppt/tags/tag22172.xml" Id="rId9" /><Relationship Type="http://schemas.openxmlformats.org/officeDocument/2006/relationships/image" Target="/ppt/media/image1.emf" Id="R8944573cc1b446d0" /></Relationships>
</file>

<file path=ppt/slideMasters/_rels/slideMaster1214.xml.rels>&#65279;<?xml version="1.0" encoding="utf-8"?><Relationships xmlns="http://schemas.openxmlformats.org/package/2006/relationships"><Relationship Type="http://schemas.openxmlformats.org/officeDocument/2006/relationships/theme" Target="/ppt/theme/theme1214.xml" Id="rId8" /><Relationship Type="http://schemas.openxmlformats.org/officeDocument/2006/relationships/slideLayout" Target="/ppt/slideLayouts/slideLayout21224.xml" Id="rId2" /><Relationship Type="http://schemas.openxmlformats.org/officeDocument/2006/relationships/oleObject" Target="/ppt/embeddings/oleObject1335.bin" Id="rId10" /><Relationship Type="http://schemas.openxmlformats.org/officeDocument/2006/relationships/tags" Target="/ppt/tags/tag211195.xml" Id="rId9" /><Relationship Type="http://schemas.openxmlformats.org/officeDocument/2006/relationships/image" Target="/ppt/media/image1.emf" Id="Reb183919ca404b33" /></Relationships>
</file>

<file path=ppt/slideMasters/_rels/slideMaster1215.xml.rels>&#65279;<?xml version="1.0" encoding="utf-8"?><Relationships xmlns="http://schemas.openxmlformats.org/package/2006/relationships"><Relationship Type="http://schemas.openxmlformats.org/officeDocument/2006/relationships/theme" Target="/ppt/theme/theme1215.xml" Id="rId8" /><Relationship Type="http://schemas.openxmlformats.org/officeDocument/2006/relationships/slideLayout" Target="/ppt/slideLayouts/slideLayout51225.xml" Id="rId5" /><Relationship Type="http://schemas.openxmlformats.org/officeDocument/2006/relationships/oleObject" Target="/ppt/embeddings/oleObject1237.bin" Id="rId10" /><Relationship Type="http://schemas.openxmlformats.org/officeDocument/2006/relationships/tags" Target="/ppt/tags/tag215215.xml" Id="rId9" /><Relationship Type="http://schemas.openxmlformats.org/officeDocument/2006/relationships/image" Target="/ppt/media/image1.emf" Id="R00f0bd3cd8004484" /></Relationships>
</file>

<file path=ppt/slideMasters/_rels/slideMaster1216.xml.rels>&#65279;<?xml version="1.0" encoding="utf-8"?><Relationships xmlns="http://schemas.openxmlformats.org/package/2006/relationships"><Relationship Type="http://schemas.openxmlformats.org/officeDocument/2006/relationships/theme" Target="/ppt/theme/theme1216.xml" Id="rId8" /><Relationship Type="http://schemas.openxmlformats.org/officeDocument/2006/relationships/slideLayout" Target="/ppt/slideLayouts/slideLayout21226.xml" Id="rId2" /><Relationship Type="http://schemas.openxmlformats.org/officeDocument/2006/relationships/oleObject" Target="/ppt/embeddings/oleObject1239.bin" Id="rId10" /><Relationship Type="http://schemas.openxmlformats.org/officeDocument/2006/relationships/tags" Target="/ppt/tags/tag22226.xml" Id="rId9" /><Relationship Type="http://schemas.openxmlformats.org/officeDocument/2006/relationships/image" Target="/ppt/media/image1.emf" Id="R5766835c6c664911" /></Relationships>
</file>

<file path=ppt/slideMasters/_rels/slideMaster1217.xml.rels>&#65279;<?xml version="1.0" encoding="utf-8"?><Relationships xmlns="http://schemas.openxmlformats.org/package/2006/relationships"><Relationship Type="http://schemas.openxmlformats.org/officeDocument/2006/relationships/theme" Target="/ppt/theme/theme1217.xml" Id="rId8" /><Relationship Type="http://schemas.openxmlformats.org/officeDocument/2006/relationships/slideLayout" Target="/ppt/slideLayouts/slideLayout21227.xml" Id="rId2" /><Relationship Type="http://schemas.openxmlformats.org/officeDocument/2006/relationships/oleObject" Target="/ppt/embeddings/oleObject1343.bin" Id="rId10" /><Relationship Type="http://schemas.openxmlformats.org/officeDocument/2006/relationships/tags" Target="/ppt/tags/tag27245.xml" Id="rId9" /><Relationship Type="http://schemas.openxmlformats.org/officeDocument/2006/relationships/image" Target="/ppt/media/image1.emf" Id="R5853c0864a8d4832" /></Relationships>
</file>

<file path=ppt/slideMasters/_rels/slideMaster1218.xml.rels>&#65279;<?xml version="1.0" encoding="utf-8"?><Relationships xmlns="http://schemas.openxmlformats.org/package/2006/relationships"><Relationship Type="http://schemas.openxmlformats.org/officeDocument/2006/relationships/theme" Target="/ppt/theme/theme1218.xml" Id="rId8" /><Relationship Type="http://schemas.openxmlformats.org/officeDocument/2006/relationships/slideLayout" Target="/ppt/slideLayouts/slideLayout61228.xml" Id="rId6" /><Relationship Type="http://schemas.openxmlformats.org/officeDocument/2006/relationships/oleObject" Target="/ppt/embeddings/oleObject144.bin" Id="rId10" /><Relationship Type="http://schemas.openxmlformats.org/officeDocument/2006/relationships/tags" Target="/ppt/tags/tag21251.xml" Id="rId9" /><Relationship Type="http://schemas.openxmlformats.org/officeDocument/2006/relationships/image" Target="/ppt/media/image1.emf" Id="Rec1d79971ef645c5" /></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5071C4-43D4-93E3-2667-4C5144278D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AA29C8-CEA6-505F-7297-EFF90E55E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979FA-E1A2-E4C7-7453-045F9683D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1FAD44-F6D0-4C7C-8206-F45DB611304A}" type="datetimeFigureOut">
              <a:rPr lang="en-US" smtClean="0"/>
              <a:t>7/9/2023</a:t>
            </a:fld>
            <a:endParaRPr lang="en-US"/>
          </a:p>
        </p:txBody>
      </p:sp>
      <p:sp>
        <p:nvSpPr>
          <p:cNvPr id="5" name="Footer Placeholder 4">
            <a:extLst>
              <a:ext uri="{FF2B5EF4-FFF2-40B4-BE49-F238E27FC236}">
                <a16:creationId xmlns:a16="http://schemas.microsoft.com/office/drawing/2014/main" id="{A1C5C5CA-D9C3-762C-FB09-6AC87DE29F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871B91-F2F7-9976-9FF4-9141819CCE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4A734A-3B2A-47ED-9FBD-81CFB3E93756}" type="slidenum">
              <a:rPr lang="en-US" smtClean="0"/>
              <a:t>‹#›</a:t>
            </a:fld>
            <a:endParaRPr lang="en-US"/>
          </a:p>
        </p:txBody>
      </p:sp>
    </p:spTree>
    <p:extLst>
      <p:ext uri="{BB962C8B-B14F-4D97-AF65-F5344CB8AC3E}">
        <p14:creationId xmlns:p14="http://schemas.microsoft.com/office/powerpoint/2010/main" val="3612066690"/>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2.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Id11"/>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7" r:id="rId1"/>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3.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89e7436fcd6e4ead"/>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8" r:id="rId5"/>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4.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3772a89a76994bdc"/>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9" r:id="rId5"/>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5.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d2dfb96402464da4"/>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0"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6.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d2ae76ec053243d8"/>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1"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7.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591bd146223f4c3c"/>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2" r:id="rId5"/>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8.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14664843f1ca443f"/>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3"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9.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0cea51a4fd4747af"/>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4"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0.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e9f11c6800e14443"/>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5"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1.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df0acce1629c4af0"/>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6"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2.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5fa5be3de238407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7" r:id="rId5"/>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3.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8944573cc1b446d0"/>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8"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4.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eb183919ca404b33"/>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9"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5.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00f0bd3cd8004484"/>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90" r:id="rId5"/>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6.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5766835c6c664911"/>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91"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7.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5853c0864a8d4832"/>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92" r:id="rId2"/>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Masters/slideMaster1218.xml><?xml version="1.0" encoding="utf-8"?>
<p:sldMaster xmlns:a16="http://schemas.microsoft.com/office/drawing/2014/main" xmlns:p14="http://schemas.microsoft.com/office/powerpoint/2010/main" xmlns:mc="http://schemas.openxmlformats.org/markup-compatibility/2006" xmlns:v="urn:schemas-microsoft-com:vml" xmlns:p15="http://schemas.microsoft.com/office/powerpoint/2012/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17">
            <a:extLst>
              <a:ext uri="{FF2B5EF4-FFF2-40B4-BE49-F238E27FC236}">
                <a16:creationId xmlns:a16="http://schemas.microsoft.com/office/drawing/2014/main" id="{9D5DCAE4-308E-0CE1-5983-C3126AD7DA33}"/>
              </a:ext>
            </a:extLst>
          </p:cNvPr>
          <p:cNvSpPr txBox="1">
            <a:spLocks/>
          </p:cNvSpPr>
          <p:nvPr userDrawn="1"/>
        </p:nvSpPr>
        <p:spPr>
          <a:xfrm>
            <a:off x="4036742" y="6515099"/>
            <a:ext cx="4114800" cy="219455"/>
          </a:xfrm>
          <a:prstGeom prst="rect">
            <a:avLst/>
          </a:prstGeom>
          <a:ln>
            <a:noFill/>
          </a:ln>
        </p:spPr>
        <p:txBody>
          <a:bodyPr vert="horz" lIns="45720" tIns="45720" rIns="45720" bIns="45720" rtlCol="0" anchor="ctr"/>
          <a:lstStyle>
            <a:defPPr>
              <a:defRPr lang="en-US"/>
            </a:defPPr>
            <a:lvl1pPr marL="0" algn="ctr"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50" dirty="0">
                <a:solidFill>
                  <a:schemeClr val="tx2">
                    <a:alpha val="50000"/>
                  </a:schemeClr>
                </a:solidFill>
              </a:rPr>
              <a:t>CONFIDENTIAL | DRAFT</a:t>
            </a:r>
          </a:p>
        </p:txBody>
      </p:sp>
      <p:graphicFrame>
        <p:nvGraphicFramePr>
          <p:cNvPr id="8" name="think-cell data - do not delete" hidden="1">
            <a:extLst>
              <a:ext uri="{FF2B5EF4-FFF2-40B4-BE49-F238E27FC236}">
                <a16:creationId xmlns:a16="http://schemas.microsoft.com/office/drawing/2014/main" id="{3F3B2520-722D-E664-5E92-1E0293A499CE}"/>
              </a:ext>
            </a:extLst>
          </p:cNvPr>
          <p:cNvGraphicFramePr>
            <a:graphicFrameLocks noChangeAspect="1"/>
          </p:cNvGraphicFramePr>
          <p:nvPr userDrawn="1">
            <p:custDataLst>
              <p:tags r:id="rId9"/>
            </p:custDataLst>
            <p:extLst>
              <p:ext uri="{D42A27DB-BD31-4B8C-83A1-F6EECF244321}">
                <p14:modId xmlns:p14="http://schemas.microsoft.com/office/powerpoint/2010/main" val="11903667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0" imgW="7772400" imgH="10058400" progId="TCLayout.ActiveDocument.1">
                  <p:embed/>
                </p:oleObj>
              </mc:Choice>
              <mc:Fallback>
                <p:oleObj name="think-cell Slide" r:id="rId10" imgW="7772400" imgH="10058400" progId="TCLayout.ActiveDocument.1">
                  <p:embed/>
                  <p:pic>
                    <p:nvPicPr>
                      <p:cNvPr id="8" name="think-cell data - do not delete" hidden="1">
                        <a:extLst>
                          <a:ext uri="{FF2B5EF4-FFF2-40B4-BE49-F238E27FC236}">
                            <a16:creationId xmlns:a16="http://schemas.microsoft.com/office/drawing/2014/main" id="{3F3B2520-722D-E664-5E92-1E0293A499CE}"/>
                          </a:ext>
                        </a:extLst>
                      </p:cNvPr>
                      <p:cNvPicPr/>
                      <p:nvPr/>
                    </p:nvPicPr>
                    <p:blipFill>
                      <a:blip r:embed="Rec1d79971ef645c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457200" y="457200"/>
            <a:ext cx="11277600" cy="612648"/>
          </a:xfrm>
          <a:prstGeom prst="rect">
            <a:avLst/>
          </a:prstGeom>
        </p:spPr>
        <p:txBody>
          <a:bodyPr vert="horz" lIns="0" tIns="91440" rIns="0" bIns="45720" rtlCol="0" anchor="ctr">
            <a:normAutofit/>
          </a:bodyPr>
          <a:lstStyle/>
          <a:p>
            <a:pPr lvl="0"/>
            <a:r>
              <a:rPr lang="en-US" dirty="0"/>
              <a:t>Click to edit Master title style</a:t>
            </a:r>
          </a:p>
        </p:txBody>
      </p:sp>
      <p:sp>
        <p:nvSpPr>
          <p:cNvPr id="3" name="Text Placeholder 2"/>
          <p:cNvSpPr>
            <a:spLocks noGrp="1"/>
          </p:cNvSpPr>
          <p:nvPr>
            <p:ph type="body" idx="1"/>
          </p:nvPr>
        </p:nvSpPr>
        <p:spPr>
          <a:xfrm>
            <a:off x="457200" y="1943099"/>
            <a:ext cx="11277600" cy="42338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a:extLst>
              <a:ext uri="{FF2B5EF4-FFF2-40B4-BE49-F238E27FC236}">
                <a16:creationId xmlns:a16="http://schemas.microsoft.com/office/drawing/2014/main" id="{D54F4112-2266-CB99-BE28-A630BFC479D8}"/>
              </a:ext>
            </a:extLst>
          </p:cNvPr>
          <p:cNvSpPr>
            <a:spLocks noGrp="1"/>
          </p:cNvSpPr>
          <p:nvPr>
            <p:ph type="sldNum" sz="quarter" idx="4"/>
          </p:nvPr>
        </p:nvSpPr>
        <p:spPr>
          <a:xfrm>
            <a:off x="8988552" y="6515099"/>
            <a:ext cx="2743200" cy="219455"/>
          </a:xfrm>
          <a:prstGeom prst="rect">
            <a:avLst/>
          </a:prstGeom>
          <a:ln>
            <a:noFill/>
          </a:ln>
        </p:spPr>
        <p:txBody>
          <a:bodyPr vert="horz" lIns="45720" tIns="45720" rIns="45720" bIns="45720" rtlCol="0" anchor="ctr"/>
          <a:lstStyle>
            <a:lvl1pPr algn="r">
              <a:defRPr sz="850">
                <a:solidFill>
                  <a:schemeClr val="tx2">
                    <a:alpha val="50000"/>
                  </a:schemeClr>
                </a:solidFill>
              </a:defRPr>
            </a:lvl1pPr>
          </a:lstStyle>
          <a:p>
            <a:fld id="{0122C274-3D99-4A24-ADE9-DD3F36DBA14D}" type="slidenum">
              <a:rPr lang="en-US" smtClean="0"/>
              <a:pPr/>
              <a:t>‹#›</a:t>
            </a:fld>
            <a:endParaRPr lang="en-US" sz="850"/>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93" r:id="rId6"/>
  </p:sldLayoutIdLst>
  <p:hf hdr="0" ftr="0" dt="0"/>
  <p:txStyles>
    <p:titleStyle>
      <a:lvl1pPr algn="l" defTabSz="914400" rtl="0" eaLnBrk="1" latinLnBrk="0" hangingPunct="1">
        <a:lnSpc>
          <a:spcPct val="100000"/>
        </a:lnSpc>
        <a:spcBef>
          <a:spcPct val="0"/>
        </a:spcBef>
        <a:buNone/>
        <a:defRPr lang="en-US" sz="2600" b="1" kern="1200" spc="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userDrawn="1">
          <p15:clr>
            <a:srgbClr val="F26B43"/>
          </p15:clr>
        </p15:guide>
        <p15:guide id="2" pos="216" userDrawn="1">
          <p15:clr>
            <a:srgbClr val="F26B43"/>
          </p15:clr>
        </p15:guide>
        <p15:guide id="3" pos="7464" userDrawn="1">
          <p15:clr>
            <a:srgbClr val="F26B43"/>
          </p15:clr>
        </p15:guide>
        <p15:guide id="4" pos="288" userDrawn="1">
          <p15:clr>
            <a:srgbClr val="F26B43"/>
          </p15:clr>
        </p15:guide>
        <p15:guide id="5" pos="7392" userDrawn="1">
          <p15:clr>
            <a:srgbClr val="F26B43"/>
          </p15:clr>
        </p15:guide>
        <p15:guide id="6" orient="horz" pos="4104" userDrawn="1">
          <p15:clr>
            <a:srgbClr val="F26B43"/>
          </p15:clr>
        </p15:guide>
        <p15:guide id="7" orient="horz" pos="4032" userDrawn="1">
          <p15:clr>
            <a:srgbClr val="F26B43"/>
          </p15:clr>
        </p15:guide>
        <p15:guide id="8" pos="2664" userDrawn="1">
          <p15:clr>
            <a:srgbClr val="F26B43"/>
          </p15:clr>
        </p15:guide>
        <p15:guide id="9" pos="5016" userDrawn="1">
          <p15:clr>
            <a:srgbClr val="F26B43"/>
          </p15:clr>
        </p15:guide>
        <p15:guide id="10" orient="horz" pos="288" userDrawn="1">
          <p15:clr>
            <a:srgbClr val="F26B43"/>
          </p15:clr>
        </p15:guide>
        <p15:guide id="11" pos="2064" userDrawn="1">
          <p15:clr>
            <a:srgbClr val="F26B43"/>
          </p15:clr>
        </p15:guide>
        <p15:guide id="12" pos="3840" userDrawn="1">
          <p15:clr>
            <a:srgbClr val="F26B43"/>
          </p15:clr>
        </p15:guide>
        <p15:guide id="13" pos="5616" userDrawn="1">
          <p15:clr>
            <a:srgbClr val="F26B43"/>
          </p15:clr>
        </p15:guide>
        <p15:guide id="14" pos="1464" userDrawn="1">
          <p15:clr>
            <a:srgbClr val="F26B43"/>
          </p15:clr>
        </p15:guide>
        <p15:guide id="15" pos="6216" userDrawn="1">
          <p15:clr>
            <a:srgbClr val="F26B43"/>
          </p15:clr>
        </p15:guide>
      </p15:sldGuideLst>
    </p:ext>
  </p:extLst>
</p:sldMaster>
</file>

<file path=ppt/slides/_rels/slide322.xml.rels>&#65279;<?xml version="1.0" encoding="utf-8"?><Relationships xmlns="http://schemas.openxmlformats.org/package/2006/relationships"><Relationship Type="http://schemas.openxmlformats.org/officeDocument/2006/relationships/slideLayout" Target="/ppt/slideLayouts/slideLayout11212.xml" Id="rId8" /><Relationship Type="http://schemas.openxmlformats.org/officeDocument/2006/relationships/tags" Target="/ppt/tags/tag1733.xml" Id="rId3" /><Relationship Type="http://schemas.openxmlformats.org/officeDocument/2006/relationships/tags" Target="/ppt/tags/tag2144.xml" Id="rId7" /><Relationship Type="http://schemas.openxmlformats.org/officeDocument/2006/relationships/tags" Target="/ppt/tags/tag1655.xml" Id="rId2" /><Relationship Type="http://schemas.openxmlformats.org/officeDocument/2006/relationships/tags" Target="/ppt/tags/tag1566.xml" Id="rId1" /><Relationship Type="http://schemas.openxmlformats.org/officeDocument/2006/relationships/tags" Target="/ppt/tags/tag2077.xml" Id="rId6" /><Relationship Type="http://schemas.openxmlformats.org/officeDocument/2006/relationships/image" Target="/ppt/media/image7.png" Id="rId11" /><Relationship Type="http://schemas.openxmlformats.org/officeDocument/2006/relationships/tags" Target="/ppt/tags/tag1988.xml" Id="rId5" /><Relationship Type="http://schemas.openxmlformats.org/officeDocument/2006/relationships/image" Target="/ppt/media/image633.emf" Id="rId10" /><Relationship Type="http://schemas.openxmlformats.org/officeDocument/2006/relationships/tags" Target="/ppt/tags/tag1899.xml" Id="rId4" /><Relationship Type="http://schemas.openxmlformats.org/officeDocument/2006/relationships/oleObject" Target="/ppt/embeddings/oleObject433.bin" Id="rId9" /></Relationships>
</file>

<file path=ppt/slides/_rels/slide523.xml.rels>&#65279;<?xml version="1.0" encoding="utf-8"?><Relationships xmlns="http://schemas.openxmlformats.org/package/2006/relationships"><Relationship Type="http://schemas.openxmlformats.org/officeDocument/2006/relationships/image" Target="/ppt/media/image94.emf" Id="rId8" /><Relationship Type="http://schemas.openxmlformats.org/officeDocument/2006/relationships/tags" Target="/ppt/tags/tag29110.xml" Id="rId3" /><Relationship Type="http://schemas.openxmlformats.org/officeDocument/2006/relationships/oleObject" Target="/ppt/embeddings/oleObject54.bin" Id="rId7" /><Relationship Type="http://schemas.openxmlformats.org/officeDocument/2006/relationships/tags" Target="/ppt/tags/tag28211.xml" Id="rId2" /><Relationship Type="http://schemas.openxmlformats.org/officeDocument/2006/relationships/tags" Target="/ppt/tags/tag27312.xml" Id="rId1" /><Relationship Type="http://schemas.openxmlformats.org/officeDocument/2006/relationships/slideLayout" Target="/ppt/slideLayouts/slideLayout51213.xml" Id="rId6" /><Relationship Type="http://schemas.openxmlformats.org/officeDocument/2006/relationships/tags" Target="/ppt/tags/tag31514.xml" Id="rId5" /><Relationship Type="http://schemas.openxmlformats.org/officeDocument/2006/relationships/tags" Target="/ppt/tags/tag30615.xml" Id="rId4" /><Relationship Type="http://schemas.openxmlformats.org/officeDocument/2006/relationships/notesSlide" Target="/ppt/notesSlides/notesSlide11.xml" Id="rId9" /></Relationships>
</file>

<file path=ppt/slides/_rels/slide924.xml.rels>&#65279;<?xml version="1.0" encoding="utf-8"?><Relationships xmlns="http://schemas.openxmlformats.org/package/2006/relationships"><Relationship Type="http://schemas.openxmlformats.org/officeDocument/2006/relationships/tags" Target="/ppt/tags/tag80116.xml" Id="rId8" /><Relationship Type="http://schemas.openxmlformats.org/officeDocument/2006/relationships/tags" Target="/ppt/tags/tag85217.xml" Id="rId13" /><Relationship Type="http://schemas.openxmlformats.org/officeDocument/2006/relationships/image" Target="/ppt/media/image116.emf" Id="rId18" /><Relationship Type="http://schemas.openxmlformats.org/officeDocument/2006/relationships/tags" Target="/ppt/tags/tag75318.xml" Id="rId3" /><Relationship Type="http://schemas.openxmlformats.org/officeDocument/2006/relationships/tags" Target="/ppt/tags/tag79419.xml" Id="rId7" /><Relationship Type="http://schemas.openxmlformats.org/officeDocument/2006/relationships/tags" Target="/ppt/tags/tag84520.xml" Id="rId12" /><Relationship Type="http://schemas.openxmlformats.org/officeDocument/2006/relationships/oleObject" Target="/ppt/embeddings/oleObject66.bin" Id="rId17" /><Relationship Type="http://schemas.openxmlformats.org/officeDocument/2006/relationships/tags" Target="/ppt/tags/tag74621.xml" Id="rId2" /><Relationship Type="http://schemas.openxmlformats.org/officeDocument/2006/relationships/slideLayout" Target="/ppt/slideLayouts/slideLayout51214.xml" Id="rId16" /><Relationship Type="http://schemas.openxmlformats.org/officeDocument/2006/relationships/image" Target="/ppt/media/image5.svg" Id="rId20" /><Relationship Type="http://schemas.openxmlformats.org/officeDocument/2006/relationships/tags" Target="/ppt/tags/tag73823.xml" Id="rId1" /><Relationship Type="http://schemas.openxmlformats.org/officeDocument/2006/relationships/tags" Target="/ppt/tags/tag78924.xml" Id="rId6" /><Relationship Type="http://schemas.openxmlformats.org/officeDocument/2006/relationships/tags" Target="/ppt/tags/tag831025.xml" Id="rId11" /><Relationship Type="http://schemas.openxmlformats.org/officeDocument/2006/relationships/tags" Target="/ppt/tags/tag771126.xml" Id="rId5" /><Relationship Type="http://schemas.openxmlformats.org/officeDocument/2006/relationships/tags" Target="/ppt/tags/tag871227.xml" Id="rId15" /><Relationship Type="http://schemas.openxmlformats.org/officeDocument/2006/relationships/tags" Target="/ppt/tags/tag821328.xml" Id="rId10" /><Relationship Type="http://schemas.openxmlformats.org/officeDocument/2006/relationships/image" Target="/ppt/media/image42.png" Id="rId19" /><Relationship Type="http://schemas.openxmlformats.org/officeDocument/2006/relationships/tags" Target="/ppt/tags/tag761429.xml" Id="rId4" /><Relationship Type="http://schemas.openxmlformats.org/officeDocument/2006/relationships/tags" Target="/ppt/tags/tag811530.xml" Id="rId9" /><Relationship Type="http://schemas.openxmlformats.org/officeDocument/2006/relationships/tags" Target="/ppt/tags/tag861631.xml" Id="rId14" /><Relationship Type="http://schemas.openxmlformats.org/officeDocument/2006/relationships/notesSlide" Target="/ppt/notesSlides/notesSlide12.xml" Id="rId21" /></Relationships>
</file>

<file path=ppt/slides/_rels/slide3725.xml.rels>&#65279;<?xml version="1.0" encoding="utf-8"?><Relationships xmlns="http://schemas.openxmlformats.org/package/2006/relationships"><Relationship Type="http://schemas.openxmlformats.org/officeDocument/2006/relationships/tags" Target="/ppt/tags/tag409132.xml" Id="rId8" /><Relationship Type="http://schemas.openxmlformats.org/officeDocument/2006/relationships/tags" Target="/ppt/tags/tag414233.xml" Id="rId13" /><Relationship Type="http://schemas.openxmlformats.org/officeDocument/2006/relationships/tags" Target="/ppt/tags/tag404334.xml" Id="rId3" /><Relationship Type="http://schemas.openxmlformats.org/officeDocument/2006/relationships/tags" Target="/ppt/tags/tag408435.xml" Id="rId7" /><Relationship Type="http://schemas.openxmlformats.org/officeDocument/2006/relationships/tags" Target="/ppt/tags/tag413536.xml" Id="rId12" /><Relationship Type="http://schemas.openxmlformats.org/officeDocument/2006/relationships/image" Target="/ppt/media/image168.emf" Id="rId17" /><Relationship Type="http://schemas.openxmlformats.org/officeDocument/2006/relationships/tags" Target="/ppt/tags/tag403637.xml" Id="rId2" /><Relationship Type="http://schemas.openxmlformats.org/officeDocument/2006/relationships/oleObject" Target="/ppt/embeddings/oleObject118.bin" Id="rId16" /><Relationship Type="http://schemas.openxmlformats.org/officeDocument/2006/relationships/tags" Target="/ppt/tags/tag402738.xml" Id="rId1" /><Relationship Type="http://schemas.openxmlformats.org/officeDocument/2006/relationships/tags" Target="/ppt/tags/tag407839.xml" Id="rId6" /><Relationship Type="http://schemas.openxmlformats.org/officeDocument/2006/relationships/tags" Target="/ppt/tags/tag412940.xml" Id="rId11" /><Relationship Type="http://schemas.openxmlformats.org/officeDocument/2006/relationships/tags" Target="/ppt/tags/tag4061041.xml" Id="rId5" /><Relationship Type="http://schemas.openxmlformats.org/officeDocument/2006/relationships/slideLayout" Target="/ppt/slideLayouts/slideLayout21215.xml" Id="rId15" /><Relationship Type="http://schemas.openxmlformats.org/officeDocument/2006/relationships/tags" Target="/ppt/tags/tag4111344.xml" Id="rId10" /><Relationship Type="http://schemas.openxmlformats.org/officeDocument/2006/relationships/tags" Target="/ppt/tags/tag4051445.xml" Id="rId4" /><Relationship Type="http://schemas.openxmlformats.org/officeDocument/2006/relationships/tags" Target="/ppt/tags/tag4101546.xml" Id="rId9" /><Relationship Type="http://schemas.openxmlformats.org/officeDocument/2006/relationships/tags" Target="/ppt/tags/tag4151647.xml" Id="rId14" /><Relationship Type="http://schemas.openxmlformats.org/officeDocument/2006/relationships/notesSlide" Target="/ppt/notesSlides/notesSlide13.xml" Id="rId20" /><Relationship Type="http://schemas.openxmlformats.org/officeDocument/2006/relationships/image" Target="/ppt/media/image5.svg" Id="Rc9111c2f0cda4614" /><Relationship Type="http://schemas.openxmlformats.org/officeDocument/2006/relationships/image" Target="/ppt/media/image42.png" Id="R9f5f94d6554b47ee" /></Relationships>
</file>

<file path=ppt/slides/_rels/slide7729.xml.rels>&#65279;<?xml version="1.0" encoding="utf-8"?><Relationships xmlns="http://schemas.openxmlformats.org/package/2006/relationships"><Relationship Type="http://schemas.openxmlformats.org/officeDocument/2006/relationships/tags" Target="/ppt/tags/tag1142196.xml" Id="rId8" /><Relationship Type="http://schemas.openxmlformats.org/officeDocument/2006/relationships/oleObject" Target="/ppt/embeddings/oleObject1919.bin" Id="rId13" /><Relationship Type="http://schemas.openxmlformats.org/officeDocument/2006/relationships/tags" Target="/ppt/tags/tag1137297.xml" Id="rId3" /><Relationship Type="http://schemas.openxmlformats.org/officeDocument/2006/relationships/tags" Target="/ppt/tags/tag1141398.xml" Id="rId7" /><Relationship Type="http://schemas.openxmlformats.org/officeDocument/2006/relationships/slideLayout" Target="/ppt/slideLayouts/slideLayout21219.xml" Id="rId12" /><Relationship Type="http://schemas.openxmlformats.org/officeDocument/2006/relationships/tags" Target="/ppt/tags/tag11366101.xml" Id="rId2" /><Relationship Type="http://schemas.openxmlformats.org/officeDocument/2006/relationships/tags" Target="/ppt/tags/tag11357102.xml" Id="rId1" /><Relationship Type="http://schemas.openxmlformats.org/officeDocument/2006/relationships/tags" Target="/ppt/tags/tag11408103.xml" Id="rId6" /><Relationship Type="http://schemas.openxmlformats.org/officeDocument/2006/relationships/tags" Target="/ppt/tags/tag11459104.xml" Id="rId11" /><Relationship Type="http://schemas.openxmlformats.org/officeDocument/2006/relationships/tags" Target="/ppt/tags/tag113910105.xml" Id="rId5" /><Relationship Type="http://schemas.openxmlformats.org/officeDocument/2006/relationships/image" Target="/ppt/media/image2524.jpeg" Id="rId15" /><Relationship Type="http://schemas.openxmlformats.org/officeDocument/2006/relationships/tags" Target="/ppt/tags/tag114411106.xml" Id="rId10" /><Relationship Type="http://schemas.openxmlformats.org/officeDocument/2006/relationships/tags" Target="/ppt/tags/tag113812107.xml" Id="rId4" /><Relationship Type="http://schemas.openxmlformats.org/officeDocument/2006/relationships/tags" Target="/ppt/tags/tag114313108.xml" Id="rId9" /><Relationship Type="http://schemas.openxmlformats.org/officeDocument/2006/relationships/notesSlide" Target="/ppt/notesSlides/notesSlide17.xml" Id="rId18" /><Relationship Type="http://schemas.openxmlformats.org/officeDocument/2006/relationships/image" Target="/ppt/media/image5.svg" Id="R9e35da609e064850" /><Relationship Type="http://schemas.openxmlformats.org/officeDocument/2006/relationships/image" Target="/ppt/media/image42.png" Id="R498d611112d64782" /><Relationship Type="http://schemas.openxmlformats.org/officeDocument/2006/relationships/image" Target="/ppt/media/image24313.emf" Id="R5d936fe3ca6c426c" /></Relationships>
</file>

<file path=ppt/slides/_rels/slide8326.xml.rels>&#65279;<?xml version="1.0" encoding="utf-8"?><Relationships xmlns="http://schemas.openxmlformats.org/package/2006/relationships"><Relationship Type="http://schemas.openxmlformats.org/officeDocument/2006/relationships/tags" Target="/ppt/tags/tag1202148.xml" Id="rId8" /><Relationship Type="http://schemas.openxmlformats.org/officeDocument/2006/relationships/oleObject" Target="/ppt/embeddings/oleObject1911.bin" Id="rId13" /><Relationship Type="http://schemas.openxmlformats.org/officeDocument/2006/relationships/tags" Target="/ppt/tags/tag1197249.xml" Id="rId3" /><Relationship Type="http://schemas.openxmlformats.org/officeDocument/2006/relationships/tags" Target="/ppt/tags/tag1201350.xml" Id="rId7" /><Relationship Type="http://schemas.openxmlformats.org/officeDocument/2006/relationships/slideLayout" Target="/ppt/slideLayouts/slideLayout21216.xml" Id="rId12" /><Relationship Type="http://schemas.openxmlformats.org/officeDocument/2006/relationships/tags" Target="/ppt/tags/tag1196653.xml" Id="rId2" /><Relationship Type="http://schemas.openxmlformats.org/officeDocument/2006/relationships/tags" Target="/ppt/tags/tag1195754.xml" Id="rId1" /><Relationship Type="http://schemas.openxmlformats.org/officeDocument/2006/relationships/tags" Target="/ppt/tags/tag1200855.xml" Id="rId6" /><Relationship Type="http://schemas.openxmlformats.org/officeDocument/2006/relationships/tags" Target="/ppt/tags/tag1205956.xml" Id="rId11" /><Relationship Type="http://schemas.openxmlformats.org/officeDocument/2006/relationships/tags" Target="/ppt/tags/tag11991057.xml" Id="rId5" /><Relationship Type="http://schemas.openxmlformats.org/officeDocument/2006/relationships/image" Target="/ppt/media/image2822.jpeg" Id="rId15" /><Relationship Type="http://schemas.openxmlformats.org/officeDocument/2006/relationships/tags" Target="/ppt/tags/tag12041158.xml" Id="rId10" /><Relationship Type="http://schemas.openxmlformats.org/officeDocument/2006/relationships/tags" Target="/ppt/tags/tag11981259.xml" Id="rId4" /><Relationship Type="http://schemas.openxmlformats.org/officeDocument/2006/relationships/tags" Target="/ppt/tags/tag12031360.xml" Id="rId9" /><Relationship Type="http://schemas.openxmlformats.org/officeDocument/2006/relationships/image" Target="/ppt/media/image24313.emf" Id="rId14" /><Relationship Type="http://schemas.openxmlformats.org/officeDocument/2006/relationships/notesSlide" Target="/ppt/notesSlides/notesSlide14.xml" Id="rId18" /><Relationship Type="http://schemas.openxmlformats.org/officeDocument/2006/relationships/image" Target="/ppt/media/image5.svg" Id="Ra8f3c8bb6e9c4cd5" /><Relationship Type="http://schemas.openxmlformats.org/officeDocument/2006/relationships/image" Target="/ppt/media/image42.png" Id="R49459132fc5b4b43" /></Relationships>
</file>

<file path=ppt/slides/_rels/slide13528.xml.rels>&#65279;<?xml version="1.0" encoding="utf-8"?><Relationships xmlns="http://schemas.openxmlformats.org/package/2006/relationships"><Relationship Type="http://schemas.openxmlformats.org/officeDocument/2006/relationships/tags" Target="/ppt/tags/tag2006177.xml" Id="rId8" /><Relationship Type="http://schemas.openxmlformats.org/officeDocument/2006/relationships/tags" Target="/ppt/tags/tag2011278.xml" Id="rId13" /><Relationship Type="http://schemas.openxmlformats.org/officeDocument/2006/relationships/slideLayout" Target="/ppt/slideLayouts/slideLayout21218.xml" Id="rId18" /><Relationship Type="http://schemas.openxmlformats.org/officeDocument/2006/relationships/tags" Target="/ppt/tags/tag2001581.xml" Id="rId3" /><Relationship Type="http://schemas.openxmlformats.org/officeDocument/2006/relationships/tags" Target="/ppt/tags/tag2005682.xml" Id="rId7" /><Relationship Type="http://schemas.openxmlformats.org/officeDocument/2006/relationships/tags" Target="/ppt/tags/tag2010783.xml" Id="rId12" /><Relationship Type="http://schemas.openxmlformats.org/officeDocument/2006/relationships/tags" Target="/ppt/tags/tag2015884.xml" Id="rId17" /><Relationship Type="http://schemas.openxmlformats.org/officeDocument/2006/relationships/tags" Target="/ppt/tags/tag2000985.xml" Id="rId2" /><Relationship Type="http://schemas.openxmlformats.org/officeDocument/2006/relationships/tags" Target="/ppt/tags/tag20141086.xml" Id="rId16" /><Relationship Type="http://schemas.openxmlformats.org/officeDocument/2006/relationships/image" Target="/ppt/media/image49319.emf" Id="rId20" /><Relationship Type="http://schemas.openxmlformats.org/officeDocument/2006/relationships/tags" Target="/ppt/tags/tag19991187.xml" Id="rId1" /><Relationship Type="http://schemas.openxmlformats.org/officeDocument/2006/relationships/tags" Target="/ppt/tags/tag20041288.xml" Id="rId6" /><Relationship Type="http://schemas.openxmlformats.org/officeDocument/2006/relationships/tags" Target="/ppt/tags/tag20091389.xml" Id="rId11" /><Relationship Type="http://schemas.openxmlformats.org/officeDocument/2006/relationships/tags" Target="/ppt/tags/tag20031490.xml" Id="rId5" /><Relationship Type="http://schemas.openxmlformats.org/officeDocument/2006/relationships/tags" Target="/ppt/tags/tag20131591.xml" Id="rId15" /><Relationship Type="http://schemas.openxmlformats.org/officeDocument/2006/relationships/tags" Target="/ppt/tags/tag20081692.xml" Id="rId10" /><Relationship Type="http://schemas.openxmlformats.org/officeDocument/2006/relationships/oleObject" Target="/ppt/embeddings/oleObject26318.bin" Id="rId19" /><Relationship Type="http://schemas.openxmlformats.org/officeDocument/2006/relationships/tags" Target="/ppt/tags/tag20021793.xml" Id="rId4" /><Relationship Type="http://schemas.openxmlformats.org/officeDocument/2006/relationships/tags" Target="/ppt/tags/tag20071894.xml" Id="rId9" /><Relationship Type="http://schemas.openxmlformats.org/officeDocument/2006/relationships/tags" Target="/ppt/tags/tag20121995.xml" Id="rId14" /><Relationship Type="http://schemas.openxmlformats.org/officeDocument/2006/relationships/notesSlide" Target="/ppt/notesSlides/notesSlide16.xml" Id="rId23" /><Relationship Type="http://schemas.openxmlformats.org/officeDocument/2006/relationships/image" Target="/ppt/media/image5.svg" Id="R73fe5d55c25f4a28" /><Relationship Type="http://schemas.openxmlformats.org/officeDocument/2006/relationships/image" Target="/ppt/media/image42.png" Id="Re0c2dae54e1d4fcd" /></Relationships>
</file>

<file path=ppt/slides/_rels/slide16127.xml.rels>&#65279;<?xml version="1.0" encoding="utf-8"?><Relationships xmlns="http://schemas.openxmlformats.org/package/2006/relationships"><Relationship Type="http://schemas.openxmlformats.org/officeDocument/2006/relationships/tags" Target="/ppt/tags/tag2582161.xml" Id="rId8" /><Relationship Type="http://schemas.openxmlformats.org/officeDocument/2006/relationships/tags" Target="/ppt/tags/tag2587262.xml" Id="rId13" /><Relationship Type="http://schemas.openxmlformats.org/officeDocument/2006/relationships/image" Target="/ppt/media/image4614.emf" Id="rId18" /><Relationship Type="http://schemas.openxmlformats.org/officeDocument/2006/relationships/tags" Target="/ppt/tags/tag2577363.xml" Id="rId3" /><Relationship Type="http://schemas.openxmlformats.org/officeDocument/2006/relationships/tags" Target="/ppt/tags/tag2581464.xml" Id="rId7" /><Relationship Type="http://schemas.openxmlformats.org/officeDocument/2006/relationships/tags" Target="/ppt/tags/tag2586565.xml" Id="rId12" /><Relationship Type="http://schemas.openxmlformats.org/officeDocument/2006/relationships/oleObject" Target="/ppt/embeddings/oleObject2314.bin" Id="rId17" /><Relationship Type="http://schemas.openxmlformats.org/officeDocument/2006/relationships/tags" Target="/ppt/tags/tag2576666.xml" Id="rId2" /><Relationship Type="http://schemas.openxmlformats.org/officeDocument/2006/relationships/slideLayout" Target="/ppt/slideLayouts/slideLayout51217.xml" Id="rId16" /><Relationship Type="http://schemas.openxmlformats.org/officeDocument/2006/relationships/tags" Target="/ppt/tags/tag2575868.xml" Id="rId1" /><Relationship Type="http://schemas.openxmlformats.org/officeDocument/2006/relationships/tags" Target="/ppt/tags/tag2580969.xml" Id="rId6" /><Relationship Type="http://schemas.openxmlformats.org/officeDocument/2006/relationships/tags" Target="/ppt/tags/tag25851070.xml" Id="rId11" /><Relationship Type="http://schemas.openxmlformats.org/officeDocument/2006/relationships/tags" Target="/ppt/tags/tag25791171.xml" Id="rId5" /><Relationship Type="http://schemas.openxmlformats.org/officeDocument/2006/relationships/tags" Target="/ppt/tags/tag25891272.xml" Id="rId15" /><Relationship Type="http://schemas.openxmlformats.org/officeDocument/2006/relationships/tags" Target="/ppt/tags/tag25841373.xml" Id="rId10" /><Relationship Type="http://schemas.openxmlformats.org/officeDocument/2006/relationships/image" Target="/ppt/media/image3323.jpeg" Id="rId19" /><Relationship Type="http://schemas.openxmlformats.org/officeDocument/2006/relationships/tags" Target="/ppt/tags/tag25781474.xml" Id="rId4" /><Relationship Type="http://schemas.openxmlformats.org/officeDocument/2006/relationships/tags" Target="/ppt/tags/tag25831575.xml" Id="rId9" /><Relationship Type="http://schemas.openxmlformats.org/officeDocument/2006/relationships/tags" Target="/ppt/tags/tag25881676.xml" Id="rId14" /><Relationship Type="http://schemas.openxmlformats.org/officeDocument/2006/relationships/notesSlide" Target="/ppt/notesSlides/notesSlide15.xml" Id="rId22" /><Relationship Type="http://schemas.openxmlformats.org/officeDocument/2006/relationships/image" Target="/ppt/media/image5.svg" Id="R250ca70cf8134da3" /><Relationship Type="http://schemas.openxmlformats.org/officeDocument/2006/relationships/image" Target="/ppt/media/image42.png" Id="R46d6599a833a4087" /></Relationships>
</file>

<file path=ppt/slides/_rels/slide19217.xml.rels>&#65279;<?xml version="1.0" encoding="utf-8"?><Relationships xmlns="http://schemas.openxmlformats.org/package/2006/relationships"><Relationship Type="http://schemas.openxmlformats.org/officeDocument/2006/relationships/tags" Target="/ppt/tags/tag2031239.xml" Id="rId8" /><Relationship Type="http://schemas.openxmlformats.org/officeDocument/2006/relationships/image" Target="/ppt/media/image1342.emf" Id="rId13" /><Relationship Type="http://schemas.openxmlformats.org/officeDocument/2006/relationships/tags" Target="/ppt/tags/tag1982240.xml" Id="rId3" /><Relationship Type="http://schemas.openxmlformats.org/officeDocument/2006/relationships/tags" Target="/ppt/tags/tag2023241.xml" Id="rId7" /><Relationship Type="http://schemas.openxmlformats.org/officeDocument/2006/relationships/oleObject" Target="/ppt/embeddings/oleObject841.bin" Id="rId12" /><Relationship Type="http://schemas.openxmlformats.org/officeDocument/2006/relationships/tags" Target="/ppt/tags/tag1974242.xml" Id="rId2" /><Relationship Type="http://schemas.openxmlformats.org/officeDocument/2006/relationships/tags" Target="/ppt/tags/tag1965243.xml" Id="rId1" /><Relationship Type="http://schemas.openxmlformats.org/officeDocument/2006/relationships/tags" Target="/ppt/tags/tag2016244.xml" Id="rId6" /><Relationship Type="http://schemas.openxmlformats.org/officeDocument/2006/relationships/slideLayout" Target="/ppt/slideLayouts/slideLayout21227.xml" Id="rId11" /><Relationship Type="http://schemas.openxmlformats.org/officeDocument/2006/relationships/tags" Target="/ppt/tags/tag2009247.xml" Id="rId5" /><Relationship Type="http://schemas.openxmlformats.org/officeDocument/2006/relationships/tags" Target="/ppt/tags/tag20510248.xml" Id="rId10" /><Relationship Type="http://schemas.openxmlformats.org/officeDocument/2006/relationships/tags" Target="/ppt/tags/tag19911249.xml" Id="rId4" /><Relationship Type="http://schemas.openxmlformats.org/officeDocument/2006/relationships/tags" Target="/ppt/tags/tag20412250.xml" Id="rId9" /><Relationship Type="http://schemas.openxmlformats.org/officeDocument/2006/relationships/notesSlide" Target="/ppt/notesSlides/notesSlide114.xml" Id="rId16" /><Relationship Type="http://schemas.openxmlformats.org/officeDocument/2006/relationships/image" Target="/ppt/media/image5.svg" Id="R7e2967b3d841498c" /><Relationship Type="http://schemas.openxmlformats.org/officeDocument/2006/relationships/image" Target="/ppt/media/image42.png" Id="R21db948e82284b48" /></Relationships>
</file>

<file path=ppt/slides/_rels/slide25213.xml.rels>&#65279;<?xml version="1.0" encoding="utf-8"?><Relationships xmlns="http://schemas.openxmlformats.org/package/2006/relationships"><Relationship Type="http://schemas.openxmlformats.org/officeDocument/2006/relationships/tags" Target="/ppt/tags/tag2631171.xml" Id="rId8" /><Relationship Type="http://schemas.openxmlformats.org/officeDocument/2006/relationships/slideLayout" Target="/ppt/slideLayouts/slideLayout21223.xml" Id="rId13" /><Relationship Type="http://schemas.openxmlformats.org/officeDocument/2006/relationships/tags" Target="/ppt/tags/tag2584174.xml" Id="rId3" /><Relationship Type="http://schemas.openxmlformats.org/officeDocument/2006/relationships/tags" Target="/ppt/tags/tag2625175.xml" Id="rId7" /><Relationship Type="http://schemas.openxmlformats.org/officeDocument/2006/relationships/tags" Target="/ppt/tags/tag2676176.xml" Id="rId12" /><Relationship Type="http://schemas.openxmlformats.org/officeDocument/2006/relationships/tags" Target="/ppt/tags/tag2577177.xml" Id="rId2" /><Relationship Type="http://schemas.openxmlformats.org/officeDocument/2006/relationships/tags" Target="/ppt/tags/tag2568178.xml" Id="rId1" /><Relationship Type="http://schemas.openxmlformats.org/officeDocument/2006/relationships/tags" Target="/ppt/tags/tag2619179.xml" Id="rId6" /><Relationship Type="http://schemas.openxmlformats.org/officeDocument/2006/relationships/tags" Target="/ppt/tags/tag26610180.xml" Id="rId11" /><Relationship Type="http://schemas.openxmlformats.org/officeDocument/2006/relationships/tags" Target="/ppt/tags/tag26011181.xml" Id="rId5" /><Relationship Type="http://schemas.openxmlformats.org/officeDocument/2006/relationships/image" Target="/ppt/media/image15333.emf" Id="rId15" /><Relationship Type="http://schemas.openxmlformats.org/officeDocument/2006/relationships/tags" Target="/ppt/tags/tag26512182.xml" Id="rId10" /><Relationship Type="http://schemas.openxmlformats.org/officeDocument/2006/relationships/tags" Target="/ppt/tags/tag25913183.xml" Id="rId4" /><Relationship Type="http://schemas.openxmlformats.org/officeDocument/2006/relationships/tags" Target="/ppt/tags/tag26414184.xml" Id="rId9" /><Relationship Type="http://schemas.openxmlformats.org/officeDocument/2006/relationships/oleObject" Target="/ppt/embeddings/oleObject10332.bin" Id="rId14" /><Relationship Type="http://schemas.openxmlformats.org/officeDocument/2006/relationships/notesSlide" Target="/ppt/notesSlides/notesSlide111.xml" Id="rId18" /><Relationship Type="http://schemas.openxmlformats.org/officeDocument/2006/relationships/image" Target="/ppt/media/image5.svg" Id="R47c4af5845c0416c" /><Relationship Type="http://schemas.openxmlformats.org/officeDocument/2006/relationships/image" Target="/ppt/media/image42.png" Id="Rafe02226842a4969" /></Relationships>
</file>

<file path=ppt/slides/_rels/slide25216.xml.rels>&#65279;<?xml version="1.0" encoding="utf-8"?><Relationships xmlns="http://schemas.openxmlformats.org/package/2006/relationships"><Relationship Type="http://schemas.openxmlformats.org/officeDocument/2006/relationships/tags" Target="/ppt/tags/tag2631225.xml" Id="rId8" /><Relationship Type="http://schemas.openxmlformats.org/officeDocument/2006/relationships/slideLayout" Target="/ppt/slideLayouts/slideLayout21226.xml" Id="rId13" /><Relationship Type="http://schemas.openxmlformats.org/officeDocument/2006/relationships/tags" Target="/ppt/tags/tag2584228.xml" Id="rId3" /><Relationship Type="http://schemas.openxmlformats.org/officeDocument/2006/relationships/tags" Target="/ppt/tags/tag2625229.xml" Id="rId7" /><Relationship Type="http://schemas.openxmlformats.org/officeDocument/2006/relationships/tags" Target="/ppt/tags/tag2676230.xml" Id="rId12" /><Relationship Type="http://schemas.openxmlformats.org/officeDocument/2006/relationships/tags" Target="/ppt/tags/tag2577231.xml" Id="rId2" /><Relationship Type="http://schemas.openxmlformats.org/officeDocument/2006/relationships/tags" Target="/ppt/tags/tag2568232.xml" Id="rId1" /><Relationship Type="http://schemas.openxmlformats.org/officeDocument/2006/relationships/tags" Target="/ppt/tags/tag2619233.xml" Id="rId6" /><Relationship Type="http://schemas.openxmlformats.org/officeDocument/2006/relationships/tags" Target="/ppt/tags/tag26610234.xml" Id="rId11" /><Relationship Type="http://schemas.openxmlformats.org/officeDocument/2006/relationships/tags" Target="/ppt/tags/tag26011235.xml" Id="rId5" /><Relationship Type="http://schemas.openxmlformats.org/officeDocument/2006/relationships/tags" Target="/ppt/tags/tag26512236.xml" Id="rId10" /><Relationship Type="http://schemas.openxmlformats.org/officeDocument/2006/relationships/tags" Target="/ppt/tags/tag25913237.xml" Id="rId4" /><Relationship Type="http://schemas.openxmlformats.org/officeDocument/2006/relationships/tags" Target="/ppt/tags/tag26414238.xml" Id="rId9" /><Relationship Type="http://schemas.openxmlformats.org/officeDocument/2006/relationships/oleObject" Target="/ppt/embeddings/oleObject10340.bin" Id="rId14" /><Relationship Type="http://schemas.openxmlformats.org/officeDocument/2006/relationships/notesSlide" Target="/ppt/notesSlides/notesSlide113.xml" Id="rId18" /><Relationship Type="http://schemas.openxmlformats.org/officeDocument/2006/relationships/image" Target="/ppt/media/image5.svg" Id="R8cac5effeb58408c" /><Relationship Type="http://schemas.openxmlformats.org/officeDocument/2006/relationships/image" Target="/ppt/media/image42.png" Id="R3509139aa074400e" /><Relationship Type="http://schemas.openxmlformats.org/officeDocument/2006/relationships/image" Target="/ppt/media/image15333.emf" Id="R651add3375d04c61" /></Relationships>
</file>

<file path=ppt/slides/_rels/slide33214.xml.rels>&#65279;<?xml version="1.0" encoding="utf-8"?><Relationships xmlns="http://schemas.openxmlformats.org/package/2006/relationships"><Relationship Type="http://schemas.openxmlformats.org/officeDocument/2006/relationships/tags" Target="/ppt/tags/tag3571185.xml" Id="rId8" /><Relationship Type="http://schemas.openxmlformats.org/officeDocument/2006/relationships/tags" Target="/ppt/tags/tag3622186.xml" Id="rId13" /><Relationship Type="http://schemas.openxmlformats.org/officeDocument/2006/relationships/tags" Target="/ppt/tags/tag3523187.xml" Id="rId3" /><Relationship Type="http://schemas.openxmlformats.org/officeDocument/2006/relationships/tags" Target="/ppt/tags/tag3564188.xml" Id="rId7" /><Relationship Type="http://schemas.openxmlformats.org/officeDocument/2006/relationships/tags" Target="/ppt/tags/tag3615189.xml" Id="rId12" /><Relationship Type="http://schemas.openxmlformats.org/officeDocument/2006/relationships/tags" Target="/ppt/tags/tag3516190.xml" Id="rId2" /><Relationship Type="http://schemas.openxmlformats.org/officeDocument/2006/relationships/oleObject" Target="/ppt/embeddings/oleObject1033.bin" Id="rId16" /><Relationship Type="http://schemas.openxmlformats.org/officeDocument/2006/relationships/tags" Target="/ppt/tags/tag3507191.xml" Id="rId1" /><Relationship Type="http://schemas.openxmlformats.org/officeDocument/2006/relationships/tags" Target="/ppt/tags/tag3558192.xml" Id="rId6" /><Relationship Type="http://schemas.openxmlformats.org/officeDocument/2006/relationships/tags" Target="/ppt/tags/tag3609193.xml" Id="rId11" /><Relationship Type="http://schemas.openxmlformats.org/officeDocument/2006/relationships/tags" Target="/ppt/tags/tag35410194.xml" Id="rId5" /><Relationship Type="http://schemas.openxmlformats.org/officeDocument/2006/relationships/slideLayout" Target="/ppt/slideLayouts/slideLayout21224.xml" Id="rId15" /><Relationship Type="http://schemas.openxmlformats.org/officeDocument/2006/relationships/tags" Target="/ppt/tags/tag35913197.xml" Id="rId10" /><Relationship Type="http://schemas.openxmlformats.org/officeDocument/2006/relationships/tags" Target="/ppt/tags/tag35314198.xml" Id="rId4" /><Relationship Type="http://schemas.openxmlformats.org/officeDocument/2006/relationships/tags" Target="/ppt/tags/tag35815199.xml" Id="rId9" /><Relationship Type="http://schemas.openxmlformats.org/officeDocument/2006/relationships/tags" Target="/ppt/tags/tag36316200.xml" Id="rId14" /><Relationship Type="http://schemas.openxmlformats.org/officeDocument/2006/relationships/notesSlide" Target="/ppt/notesSlides/notesSlide112.xml" Id="rId20" /><Relationship Type="http://schemas.openxmlformats.org/officeDocument/2006/relationships/image" Target="/ppt/media/image5.svg" Id="R1fdd1f7759d54fa4" /><Relationship Type="http://schemas.openxmlformats.org/officeDocument/2006/relationships/image" Target="/ppt/media/image42.png" Id="Rafdfaaee9d85461f" /><Relationship Type="http://schemas.openxmlformats.org/officeDocument/2006/relationships/image" Target="/ppt/media/image15333.emf" Id="R9b1662ed78a44b89" /></Relationships>
</file>

<file path=ppt/slides/_rels/slide83210.xml.rels>&#65279;<?xml version="1.0" encoding="utf-8"?><Relationships xmlns="http://schemas.openxmlformats.org/package/2006/relationships"><Relationship Type="http://schemas.openxmlformats.org/officeDocument/2006/relationships/tags" Target="/ppt/tags/tag12021109.xml" Id="rId8" /><Relationship Type="http://schemas.openxmlformats.org/officeDocument/2006/relationships/oleObject" Target="/ppt/embeddings/oleObject1922.bin" Id="rId13" /><Relationship Type="http://schemas.openxmlformats.org/officeDocument/2006/relationships/tags" Target="/ppt/tags/tag11972110.xml" Id="rId3" /><Relationship Type="http://schemas.openxmlformats.org/officeDocument/2006/relationships/tags" Target="/ppt/tags/tag12013111.xml" Id="rId7" /><Relationship Type="http://schemas.openxmlformats.org/officeDocument/2006/relationships/slideLayout" Target="/ppt/slideLayouts/slideLayout21220.xml" Id="rId12" /><Relationship Type="http://schemas.openxmlformats.org/officeDocument/2006/relationships/tags" Target="/ppt/tags/tag11966114.xml" Id="rId2" /><Relationship Type="http://schemas.openxmlformats.org/officeDocument/2006/relationships/tags" Target="/ppt/tags/tag11957115.xml" Id="rId1" /><Relationship Type="http://schemas.openxmlformats.org/officeDocument/2006/relationships/tags" Target="/ppt/tags/tag12008116.xml" Id="rId6" /><Relationship Type="http://schemas.openxmlformats.org/officeDocument/2006/relationships/tags" Target="/ppt/tags/tag12059117.xml" Id="rId11" /><Relationship Type="http://schemas.openxmlformats.org/officeDocument/2006/relationships/tags" Target="/ppt/tags/tag119910118.xml" Id="rId5" /><Relationship Type="http://schemas.openxmlformats.org/officeDocument/2006/relationships/image" Target="/ppt/media/image2825.jpeg" Id="rId15" /><Relationship Type="http://schemas.openxmlformats.org/officeDocument/2006/relationships/tags" Target="/ppt/tags/tag120411119.xml" Id="rId10" /><Relationship Type="http://schemas.openxmlformats.org/officeDocument/2006/relationships/tags" Target="/ppt/tags/tag119812120.xml" Id="rId4" /><Relationship Type="http://schemas.openxmlformats.org/officeDocument/2006/relationships/tags" Target="/ppt/tags/tag120313121.xml" Id="rId9" /><Relationship Type="http://schemas.openxmlformats.org/officeDocument/2006/relationships/notesSlide" Target="/ppt/notesSlides/notesSlide18.xml" Id="rId18" /><Relationship Type="http://schemas.openxmlformats.org/officeDocument/2006/relationships/image" Target="/ppt/media/image5.svg" Id="R720dab3925884505" /><Relationship Type="http://schemas.openxmlformats.org/officeDocument/2006/relationships/image" Target="/ppt/media/image42.png" Id="Rbd918b7127874cc3" /><Relationship Type="http://schemas.openxmlformats.org/officeDocument/2006/relationships/image" Target="/ppt/media/image24313.emf" Id="R18a1323df8b64e9a" /></Relationships>
</file>

<file path=ppt/slides/_rels/slide129212.xml.rels>&#65279;<?xml version="1.0" encoding="utf-8"?><Relationships xmlns="http://schemas.openxmlformats.org/package/2006/relationships"><Relationship Type="http://schemas.openxmlformats.org/officeDocument/2006/relationships/tags" Target="/ppt/tags/tag18831144.xml" Id="rId8" /><Relationship Type="http://schemas.openxmlformats.org/officeDocument/2006/relationships/tags" Target="/ppt/tags/tag18882145.xml" Id="rId13" /><Relationship Type="http://schemas.openxmlformats.org/officeDocument/2006/relationships/tags" Target="/ppt/tags/tag18933146.xml" Id="rId18" /><Relationship Type="http://schemas.openxmlformats.org/officeDocument/2006/relationships/tags" Target="/ppt/tags/tag19014147.xml" Id="rId26" /><Relationship Type="http://schemas.openxmlformats.org/officeDocument/2006/relationships/tags" Target="/ppt/tags/tag18785148.xml" Id="rId3" /><Relationship Type="http://schemas.openxmlformats.org/officeDocument/2006/relationships/tags" Target="/ppt/tags/tag18966149.xml" Id="rId21" /><Relationship Type="http://schemas.openxmlformats.org/officeDocument/2006/relationships/tags" Target="/ppt/tags/tag18827150.xml" Id="rId7" /><Relationship Type="http://schemas.openxmlformats.org/officeDocument/2006/relationships/tags" Target="/ppt/tags/tag18878151.xml" Id="rId12" /><Relationship Type="http://schemas.openxmlformats.org/officeDocument/2006/relationships/tags" Target="/ppt/tags/tag18929152.xml" Id="rId17" /><Relationship Type="http://schemas.openxmlformats.org/officeDocument/2006/relationships/tags" Target="/ppt/tags/tag190010153.xml" Id="rId25" /><Relationship Type="http://schemas.openxmlformats.org/officeDocument/2006/relationships/tags" Target="/ppt/tags/tag187711154.xml" Id="rId2" /><Relationship Type="http://schemas.openxmlformats.org/officeDocument/2006/relationships/tags" Target="/ppt/tags/tag189112155.xml" Id="rId16" /><Relationship Type="http://schemas.openxmlformats.org/officeDocument/2006/relationships/tags" Target="/ppt/tags/tag189513156.xml" Id="rId20" /><Relationship Type="http://schemas.openxmlformats.org/officeDocument/2006/relationships/image" Target="/ppt/media/image4829.emf" Id="rId29" /><Relationship Type="http://schemas.openxmlformats.org/officeDocument/2006/relationships/tags" Target="/ppt/tags/tag187614157.xml" Id="rId1" /><Relationship Type="http://schemas.openxmlformats.org/officeDocument/2006/relationships/tags" Target="/ppt/tags/tag188115158.xml" Id="rId6" /><Relationship Type="http://schemas.openxmlformats.org/officeDocument/2006/relationships/tags" Target="/ppt/tags/tag188616159.xml" Id="rId11" /><Relationship Type="http://schemas.openxmlformats.org/officeDocument/2006/relationships/tags" Target="/ppt/tags/tag189917160.xml" Id="rId24" /><Relationship Type="http://schemas.openxmlformats.org/officeDocument/2006/relationships/tags" Target="/ppt/tags/tag188018161.xml" Id="rId5" /><Relationship Type="http://schemas.openxmlformats.org/officeDocument/2006/relationships/tags" Target="/ppt/tags/tag189019162.xml" Id="rId15" /><Relationship Type="http://schemas.openxmlformats.org/officeDocument/2006/relationships/tags" Target="/ppt/tags/tag189820163.xml" Id="rId23" /><Relationship Type="http://schemas.openxmlformats.org/officeDocument/2006/relationships/oleObject" Target="/ppt/embeddings/oleObject2528.bin" Id="rId28" /><Relationship Type="http://schemas.openxmlformats.org/officeDocument/2006/relationships/tags" Target="/ppt/tags/tag188521164.xml" Id="rId10" /><Relationship Type="http://schemas.openxmlformats.org/officeDocument/2006/relationships/tags" Target="/ppt/tags/tag189422165.xml" Id="rId19" /><Relationship Type="http://schemas.openxmlformats.org/officeDocument/2006/relationships/tags" Target="/ppt/tags/tag187923166.xml" Id="rId4" /><Relationship Type="http://schemas.openxmlformats.org/officeDocument/2006/relationships/tags" Target="/ppt/tags/tag188424167.xml" Id="rId9" /><Relationship Type="http://schemas.openxmlformats.org/officeDocument/2006/relationships/tags" Target="/ppt/tags/tag188925168.xml" Id="rId14" /><Relationship Type="http://schemas.openxmlformats.org/officeDocument/2006/relationships/tags" Target="/ppt/tags/tag189726169.xml" Id="rId22" /><Relationship Type="http://schemas.openxmlformats.org/officeDocument/2006/relationships/slideLayout" Target="/ppt/slideLayouts/slideLayout51222.xml" Id="rId27" /><Relationship Type="http://schemas.openxmlformats.org/officeDocument/2006/relationships/notesSlide" Target="/ppt/notesSlides/notesSlide110.xml" Id="rId32" /><Relationship Type="http://schemas.openxmlformats.org/officeDocument/2006/relationships/image" Target="/ppt/media/image5.svg" Id="R35ff39e1bf0c4d34" /><Relationship Type="http://schemas.openxmlformats.org/officeDocument/2006/relationships/image" Target="/ppt/media/image42.png" Id="R9cb6bd50b9b04f99" /></Relationships>
</file>

<file path=ppt/slides/_rels/slide137211.xml.rels>&#65279;<?xml version="1.0" encoding="utf-8"?><Relationships xmlns="http://schemas.openxmlformats.org/package/2006/relationships"><Relationship Type="http://schemas.openxmlformats.org/officeDocument/2006/relationships/tags" Target="/ppt/tags/tag20411122.xml" Id="rId8" /><Relationship Type="http://schemas.openxmlformats.org/officeDocument/2006/relationships/tags" Target="/ppt/tags/tag20462123.xml" Id="rId13" /><Relationship Type="http://schemas.openxmlformats.org/officeDocument/2006/relationships/tags" Target="/ppt/tags/tag20513124.xml" Id="rId18" /><Relationship Type="http://schemas.openxmlformats.org/officeDocument/2006/relationships/tags" Target="/ppt/tags/tag20364125.xml" Id="rId3" /><Relationship Type="http://schemas.openxmlformats.org/officeDocument/2006/relationships/slideLayout" Target="/ppt/slideLayouts/slideLayout21221.xml" Id="rId21" /><Relationship Type="http://schemas.openxmlformats.org/officeDocument/2006/relationships/tags" Target="/ppt/tags/tag20407128.xml" Id="rId7" /><Relationship Type="http://schemas.openxmlformats.org/officeDocument/2006/relationships/tags" Target="/ppt/tags/tag20458129.xml" Id="rId12" /><Relationship Type="http://schemas.openxmlformats.org/officeDocument/2006/relationships/tags" Target="/ppt/tags/tag20509130.xml" Id="rId17" /><Relationship Type="http://schemas.openxmlformats.org/officeDocument/2006/relationships/tags" Target="/ppt/tags/tag203510131.xml" Id="rId2" /><Relationship Type="http://schemas.openxmlformats.org/officeDocument/2006/relationships/tags" Target="/ppt/tags/tag204911132.xml" Id="rId16" /><Relationship Type="http://schemas.openxmlformats.org/officeDocument/2006/relationships/tags" Target="/ppt/tags/tag205312133.xml" Id="rId20" /><Relationship Type="http://schemas.openxmlformats.org/officeDocument/2006/relationships/tags" Target="/ppt/tags/tag203413134.xml" Id="rId1" /><Relationship Type="http://schemas.openxmlformats.org/officeDocument/2006/relationships/tags" Target="/ppt/tags/tag203914135.xml" Id="rId6" /><Relationship Type="http://schemas.openxmlformats.org/officeDocument/2006/relationships/tags" Target="/ppt/tags/tag204415136.xml" Id="rId11" /><Relationship Type="http://schemas.openxmlformats.org/officeDocument/2006/relationships/tags" Target="/ppt/tags/tag203816137.xml" Id="rId5" /><Relationship Type="http://schemas.openxmlformats.org/officeDocument/2006/relationships/tags" Target="/ppt/tags/tag204817138.xml" Id="rId15" /><Relationship Type="http://schemas.openxmlformats.org/officeDocument/2006/relationships/tags" Target="/ppt/tags/tag204318139.xml" Id="rId10" /><Relationship Type="http://schemas.openxmlformats.org/officeDocument/2006/relationships/tags" Target="/ppt/tags/tag205219140.xml" Id="rId19" /><Relationship Type="http://schemas.openxmlformats.org/officeDocument/2006/relationships/tags" Target="/ppt/tags/tag203720141.xml" Id="rId4" /><Relationship Type="http://schemas.openxmlformats.org/officeDocument/2006/relationships/tags" Target="/ppt/tags/tag204221142.xml" Id="rId9" /><Relationship Type="http://schemas.openxmlformats.org/officeDocument/2006/relationships/tags" Target="/ppt/tags/tag204722143.xml" Id="rId14" /><Relationship Type="http://schemas.openxmlformats.org/officeDocument/2006/relationships/oleObject" Target="/ppt/embeddings/oleObject26327.bin" Id="rId22" /><Relationship Type="http://schemas.openxmlformats.org/officeDocument/2006/relationships/notesSlide" Target="/ppt/notesSlides/notesSlide19.xml" Id="rId26" /><Relationship Type="http://schemas.openxmlformats.org/officeDocument/2006/relationships/image" Target="/ppt/media/image5.svg" Id="R9652718c131c4a01" /><Relationship Type="http://schemas.openxmlformats.org/officeDocument/2006/relationships/image" Target="/ppt/media/image42.png" Id="Rc0148bd049b14d0d" /><Relationship Type="http://schemas.openxmlformats.org/officeDocument/2006/relationships/image" Target="/ppt/media/image49319.emf" Id="Rca9bd99ec29d4cdf" /></Relationships>
</file>

<file path=ppt/slides/_rels/slide153215.xml.rels>&#65279;<?xml version="1.0" encoding="utf-8"?><Relationships xmlns="http://schemas.openxmlformats.org/package/2006/relationships"><Relationship Type="http://schemas.openxmlformats.org/officeDocument/2006/relationships/tags" Target="/ppt/tags/tag23781201.xml" Id="rId8" /><Relationship Type="http://schemas.openxmlformats.org/officeDocument/2006/relationships/tags" Target="/ppt/tags/tag23832202.xml" Id="rId13" /><Relationship Type="http://schemas.openxmlformats.org/officeDocument/2006/relationships/tags" Target="/ppt/tags/tag23883203.xml" Id="rId18" /><Relationship Type="http://schemas.openxmlformats.org/officeDocument/2006/relationships/tags" Target="/ppt/tags/tag23734204.xml" Id="rId3" /><Relationship Type="http://schemas.openxmlformats.org/officeDocument/2006/relationships/tags" Target="/ppt/tags/tag23915205.xml" Id="rId21" /><Relationship Type="http://schemas.openxmlformats.org/officeDocument/2006/relationships/tags" Target="/ppt/tags/tag23776206.xml" Id="rId7" /><Relationship Type="http://schemas.openxmlformats.org/officeDocument/2006/relationships/tags" Target="/ppt/tags/tag23827207.xml" Id="rId12" /><Relationship Type="http://schemas.openxmlformats.org/officeDocument/2006/relationships/tags" Target="/ppt/tags/tag23878208.xml" Id="rId17" /><Relationship Type="http://schemas.openxmlformats.org/officeDocument/2006/relationships/oleObject" Target="/ppt/embeddings/oleObject2536.bin" Id="rId25" /><Relationship Type="http://schemas.openxmlformats.org/officeDocument/2006/relationships/tags" Target="/ppt/tags/tag23729209.xml" Id="rId2" /><Relationship Type="http://schemas.openxmlformats.org/officeDocument/2006/relationships/tags" Target="/ppt/tags/tag238610210.xml" Id="rId16" /><Relationship Type="http://schemas.openxmlformats.org/officeDocument/2006/relationships/tags" Target="/ppt/tags/tag239011211.xml" Id="rId20" /><Relationship Type="http://schemas.openxmlformats.org/officeDocument/2006/relationships/tags" Target="/ppt/tags/tag237112212.xml" Id="rId1" /><Relationship Type="http://schemas.openxmlformats.org/officeDocument/2006/relationships/tags" Target="/ppt/tags/tag237613213.xml" Id="rId6" /><Relationship Type="http://schemas.openxmlformats.org/officeDocument/2006/relationships/tags" Target="/ppt/tags/tag238114214.xml" Id="rId11" /><Relationship Type="http://schemas.openxmlformats.org/officeDocument/2006/relationships/slideLayout" Target="/ppt/slideLayouts/slideLayout51225.xml" Id="rId24" /><Relationship Type="http://schemas.openxmlformats.org/officeDocument/2006/relationships/tags" Target="/ppt/tags/tag237516216.xml" Id="rId5" /><Relationship Type="http://schemas.openxmlformats.org/officeDocument/2006/relationships/tags" Target="/ppt/tags/tag238517217.xml" Id="rId15" /><Relationship Type="http://schemas.openxmlformats.org/officeDocument/2006/relationships/tags" Target="/ppt/tags/tag239318218.xml" Id="rId23" /><Relationship Type="http://schemas.openxmlformats.org/officeDocument/2006/relationships/tags" Target="/ppt/tags/tag238019219.xml" Id="rId10" /><Relationship Type="http://schemas.openxmlformats.org/officeDocument/2006/relationships/tags" Target="/ppt/tags/tag238920220.xml" Id="rId19" /><Relationship Type="http://schemas.openxmlformats.org/officeDocument/2006/relationships/tags" Target="/ppt/tags/tag237421221.xml" Id="rId4" /><Relationship Type="http://schemas.openxmlformats.org/officeDocument/2006/relationships/tags" Target="/ppt/tags/tag237922222.xml" Id="rId9" /><Relationship Type="http://schemas.openxmlformats.org/officeDocument/2006/relationships/tags" Target="/ppt/tags/tag238423223.xml" Id="rId14" /><Relationship Type="http://schemas.openxmlformats.org/officeDocument/2006/relationships/tags" Target="/ppt/tags/tag239224224.xml" Id="rId22" /><Relationship Type="http://schemas.openxmlformats.org/officeDocument/2006/relationships/image" Target="/ppt/media/image5.svg" Id="R0fd7e2855b0b47b0" /><Relationship Type="http://schemas.openxmlformats.org/officeDocument/2006/relationships/image" Target="/ppt/media/image42.png" Id="R5f8958e20f5844a3" /><Relationship Type="http://schemas.openxmlformats.org/officeDocument/2006/relationships/image" Target="/ppt/media/image4829.emf" Id="Rac326abf26b34dda" /></Relationships>
</file>

<file path=ppt/slides/_rels/slide167218.xml.rels>&#65279;<?xml version="1.0" encoding="utf-8"?><Relationships xmlns="http://schemas.openxmlformats.org/package/2006/relationships"><Relationship Type="http://schemas.openxmlformats.org/officeDocument/2006/relationships/slideLayout" Target="/ppt/slideLayouts/slideLayout61228.xml" Id="rId8" /><Relationship Type="http://schemas.openxmlformats.org/officeDocument/2006/relationships/tags" Target="/ppt/tags/tag26862252.xml" Id="rId3" /><Relationship Type="http://schemas.openxmlformats.org/officeDocument/2006/relationships/tags" Target="/ppt/tags/tag26903253.xml" Id="rId7" /><Relationship Type="http://schemas.openxmlformats.org/officeDocument/2006/relationships/tags" Target="/ppt/tags/tag26854254.xml" Id="rId2" /><Relationship Type="http://schemas.openxmlformats.org/officeDocument/2006/relationships/tags" Target="/ppt/tags/tag26845255.xml" Id="rId1" /><Relationship Type="http://schemas.openxmlformats.org/officeDocument/2006/relationships/tags" Target="/ppt/tags/tag26896256.xml" Id="rId6" /><Relationship Type="http://schemas.openxmlformats.org/officeDocument/2006/relationships/tags" Target="/ppt/tags/tag26887257.xml" Id="rId5" /><Relationship Type="http://schemas.openxmlformats.org/officeDocument/2006/relationships/tags" Target="/ppt/tags/tag26878258.xml" Id="rId4" /><Relationship Type="http://schemas.openxmlformats.org/officeDocument/2006/relationships/oleObject" Target="/ppt/embeddings/oleObject4245.bin" Id="rId9" /><Relationship Type="http://schemas.openxmlformats.org/officeDocument/2006/relationships/image" Target="/ppt/media/image633.emf" Id="R067b92414ae941d3" /><Relationship Type="http://schemas.openxmlformats.org/officeDocument/2006/relationships/image" Target="/ppt/media/image5.svg" Id="R55c40f33f44a4ddf" /><Relationship Type="http://schemas.openxmlformats.org/officeDocument/2006/relationships/image" Target="/ppt/media/image42.png" Id="Re1e69606e1bc4ec5" /></Relationships>
</file>

<file path=ppt/slides/slide322.xml><?xml version="1.0" encoding="utf-8"?>
<p:sld xmlns:a16="http://schemas.microsoft.com/office/drawing/2014/main" xmlns:mc="http://schemas.openxmlformats.org/markup-compatibility/2006" xmlns:v="urn:schemas-microsoft-com:vml"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F69D7-4D35-BF1A-0728-21AB5877CAF5}"/>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716775D-6121-6863-C23F-3CBCF9C5B2A2}"/>
              </a:ext>
            </a:extLst>
          </p:cNvPr>
          <p:cNvSpPr/>
          <p:nvPr/>
        </p:nvSpPr>
        <p:spPr>
          <a:xfrm>
            <a:off x="7962900" y="0"/>
            <a:ext cx="42291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aphicFrame>
        <p:nvGraphicFramePr>
          <p:cNvPr id="9" name="think-cell data - do not delete" hidden="1">
            <a:extLst>
              <a:ext uri="{FF2B5EF4-FFF2-40B4-BE49-F238E27FC236}">
                <a16:creationId xmlns:a16="http://schemas.microsoft.com/office/drawing/2014/main" id="{D7149EAE-7216-F193-F634-D8748CBF449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7772400" imgH="10058400" progId="TCLayout.ActiveDocument.1">
                  <p:embed/>
                </p:oleObj>
              </mc:Choice>
              <mc:Fallback>
                <p:oleObj name="think-cell Slide" r:id="rId9" imgW="7772400" imgH="10058400" progId="TCLayout.ActiveDocument.1">
                  <p:embed/>
                  <p:pic>
                    <p:nvPicPr>
                      <p:cNvPr id="9" name="think-cell data - do not delete" hidden="1">
                        <a:extLst>
                          <a:ext uri="{FF2B5EF4-FFF2-40B4-BE49-F238E27FC236}">
                            <a16:creationId xmlns:a16="http://schemas.microsoft.com/office/drawing/2014/main" id="{D7149EAE-7216-F193-F634-D8748CBF4499}"/>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sp>
        <p:nvSpPr>
          <p:cNvPr id="11" name="Subtitle 10">
            <a:extLst>
              <a:ext uri="{FF2B5EF4-FFF2-40B4-BE49-F238E27FC236}">
                <a16:creationId xmlns:a16="http://schemas.microsoft.com/office/drawing/2014/main" id="{8CCAA40C-D01C-54B2-270D-EFF3DFA16423}"/>
              </a:ext>
            </a:extLst>
          </p:cNvPr>
          <p:cNvSpPr>
            <a:spLocks noGrp="1"/>
          </p:cNvSpPr>
          <p:nvPr>
            <p:ph type="subTitle" idx="1"/>
            <p:custDataLst>
              <p:tags r:id="rId3"/>
            </p:custDataLst>
          </p:nvPr>
        </p:nvSpPr>
        <p:spPr>
          <a:xfrm>
            <a:off x="457201" y="5997040"/>
            <a:ext cx="7315200" cy="403760"/>
          </a:xfrm>
        </p:spPr>
        <p:txBody>
          <a:bodyPr lIns="0" anchor="b">
            <a:normAutofit/>
          </a:bodyPr>
          <a:lstStyle/>
          <a:p>
            <a:pPr/>
            <a:r>
              <a:rPr lang="en-US" sz="1700" noProof="1"/>
              <a:t>July 29, 2026</a:t>
            </a:r>
          </a:p>
        </p:txBody>
      </p:sp>
      <p:sp>
        <p:nvSpPr>
          <p:cNvPr id="10" name="Title 9">
            <a:extLst>
              <a:ext uri="{FF2B5EF4-FFF2-40B4-BE49-F238E27FC236}">
                <a16:creationId xmlns:a16="http://schemas.microsoft.com/office/drawing/2014/main" id="{864F63D0-7353-7FC6-922D-6D86B89D7406}"/>
              </a:ext>
            </a:extLst>
          </p:cNvPr>
          <p:cNvSpPr>
            <a:spLocks noGrp="1"/>
          </p:cNvSpPr>
          <p:nvPr>
            <p:ph type="ctrTitle"/>
            <p:custDataLst>
              <p:tags r:id="rId4"/>
            </p:custDataLst>
          </p:nvPr>
        </p:nvSpPr>
        <p:spPr>
          <a:xfrm>
            <a:off x="457201" y="860960"/>
            <a:ext cx="7315200" cy="3221977"/>
          </a:xfrm>
        </p:spPr>
        <p:txBody>
          <a:bodyPr lIns="0" rIns="91440" bIns="45720">
            <a:normAutofit/>
          </a:bodyPr>
          <a:lstStyle/>
          <a:p>
            <a:pPr/>
            <a:r>
              <a:rPr lang="en-US" sz="4400" b="1" noProof="1">
                <a:solidFill>
                  <a:schemeClr val="accent1"/>
                </a:solidFill>
              </a:rPr>
              <a:t>ARIA: The C&amp;IB Digital AI Development Agent</a:t>
            </a:r>
          </a:p>
        </p:txBody>
      </p:sp>
      <p:pic>
        <p:nvPicPr>
          <p:cNvPr id="1026" name="Picture 2">
            <a:extLst>
              <a:ext uri="{FF2B5EF4-FFF2-40B4-BE49-F238E27FC236}">
                <a16:creationId xmlns:a16="http://schemas.microsoft.com/office/drawing/2014/main" id="{A6D0A75A-B68F-81CC-4F83-DE9F246AE2B7}"/>
              </a:ext>
            </a:extLst>
          </p:cNvPr>
          <p:cNvPicPr>
            <a:picLocks noChangeAspect="1" noChangeArrowheads="1"/>
          </p:cNvPicPr>
          <p:nvPr>
            <p:custDataLst>
              <p:tags r:id="rId5"/>
            </p:custDataLst>
          </p:nvPr>
        </p:nvPicPr>
        <p:blipFill rotWithShape="1">
          <a:blip r:embed="rId11">
            <a:extLst>
              <a:ext uri="{28A0092B-C50C-407E-A947-70E740481C1C}">
                <a14:useLocalDpi xmlns:a14="http://schemas.microsoft.com/office/drawing/2010/main" val="0"/>
              </a:ext>
            </a:extLst>
          </a:blip>
          <a:srcRect l="8515" r="8515"/>
          <a:stretch/>
        </p:blipFill>
        <p:spPr bwMode="auto">
          <a:xfrm>
            <a:off x="7962900" y="0"/>
            <a:ext cx="42291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7EC76E6-5F26-4100-68B8-A49E8A10BC70}"/>
              </a:ext>
            </a:extLst>
          </p:cNvPr>
          <p:cNvSpPr>
            <a:spLocks noChangeAspect="1"/>
          </p:cNvSpPr>
          <p:nvPr>
            <p:custDataLst>
              <p:tags r:id="rId6"/>
            </p:custDataLst>
          </p:nvPr>
        </p:nvSpPr>
        <p:spPr>
          <a:xfrm>
            <a:off x="457200" y="461818"/>
            <a:ext cx="3771899" cy="4059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
        <p:nvSpPr>
          <p:cNvPr id="4" name="Subtitle 2">
            <a:extLst>
              <a:ext uri="{FF2B5EF4-FFF2-40B4-BE49-F238E27FC236}">
                <a16:creationId xmlns:a16="http://schemas.microsoft.com/office/drawing/2014/main" id="{42D5A430-9D43-2FA1-58EA-ED1191ED8311}"/>
              </a:ext>
            </a:extLst>
          </p:cNvPr>
          <p:cNvSpPr txBox="1">
            <a:spLocks/>
          </p:cNvSpPr>
          <p:nvPr>
            <p:custDataLst>
              <p:tags r:id="rId7"/>
            </p:custDataLst>
          </p:nvPr>
        </p:nvSpPr>
        <p:spPr>
          <a:xfrm>
            <a:off x="457201" y="4082937"/>
            <a:ext cx="7315200" cy="1914103"/>
          </a:xfrm>
          <a:prstGeom prst="rect">
            <a:avLst/>
          </a:prstGeom>
          <a:noFill/>
        </p:spPr>
        <p:txBody>
          <a:bodyPr vert="horz" wrap="square" lIns="0" tIns="91440" rIns="91440" bIns="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r>
              <a:rPr lang="en-US" sz="1700" noProof="1"/>
              <a:t>Capstone Meeting – ABC Bank IT Division</a:t>
            </a:r>
          </a:p>
        </p:txBody>
      </p:sp>
      <p:sp>
        <p:nvSpPr>
          <p:cNvPr id="5" name="Slide Number Placeholder 4">
            <a:extLst>
              <a:ext uri="{FF2B5EF4-FFF2-40B4-BE49-F238E27FC236}">
                <a16:creationId xmlns:a16="http://schemas.microsoft.com/office/drawing/2014/main" id="{4AFF1C5D-28DA-3B6E-8773-91FF8C627DBB}"/>
              </a:ext>
            </a:extLst>
          </p:cNvPr>
          <p:cNvSpPr>
            <a:spLocks noGrp="1"/>
          </p:cNvSpPr>
          <p:nvPr>
            <p:ph type="sldNum" sz="quarter" idx="17"/>
          </p:nvPr>
        </p:nvSpPr>
        <p:spPr/>
        <p:txBody>
          <a:bodyPr/>
          <a:lstStyle/>
          <a:p>
            <a:fld id="{0122C274-3D99-4A24-ADE9-DD3F36DBA14D}" type="slidenum">
              <a:rPr lang="en-US" smtClean="0"/>
              <a:t>3</a:t>
            </a:fld>
            <a:endParaRPr lang="en-US"/>
          </a:p>
        </p:txBody>
      </p:sp>
    </p:spTree>
    <p:custDataLst>
      <p:tags r:id="rId1"/>
    </p:custDataLst>
    <p:extLst>
      <p:ext uri="{BB962C8B-B14F-4D97-AF65-F5344CB8AC3E}">
        <p14:creationId xmlns:p14="http://schemas.microsoft.com/office/powerpoint/2010/main" val="1115805900"/>
      </p:ext>
    </p:extLst>
  </p:cSld>
  <p:clrMapOvr>
    <a:masterClrMapping/>
  </p:clrMapOvr>
</p:sld>
</file>

<file path=ppt/slides/slide523.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DE0E4-E94D-6037-6737-44E696E3B67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C5DDE21-6361-65E5-2E76-480D0774E2D0}"/>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7" imgW="7772400" imgH="10058400" progId="TCLayout.ActiveDocument.1">
                  <p:embed/>
                </p:oleObj>
              </mc:Choice>
              <mc:Fallback>
                <p:oleObj name="think-cell Slide" r:id="rId7" imgW="7772400" imgH="10058400" progId="TCLayout.ActiveDocument.1">
                  <p:embed/>
                  <p:pic>
                    <p:nvPicPr>
                      <p:cNvPr id="6" name="think-cell data - do not delete" hidden="1">
                        <a:extLst>
                          <a:ext uri="{FF2B5EF4-FFF2-40B4-BE49-F238E27FC236}">
                            <a16:creationId xmlns:a16="http://schemas.microsoft.com/office/drawing/2014/main" id="{BC5DDE21-6361-65E5-2E76-480D0774E2D0}"/>
                          </a:ext>
                        </a:extLst>
                      </p:cNvPr>
                      <p:cNvPicPr/>
                      <p:nvPr/>
                    </p:nvPicPr>
                    <p:blipFill>
                      <a:blip r:embed="rId8"/>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D657C2F-7E65-66FE-6A0D-3183F1658D21}"/>
              </a:ext>
            </a:extLst>
          </p:cNvPr>
          <p:cNvSpPr>
            <a:spLocks noGrp="1"/>
          </p:cNvSpPr>
          <p:nvPr>
            <p:ph type="title"/>
            <p:custDataLst>
              <p:tags r:id="rId3"/>
            </p:custDataLst>
          </p:nvPr>
        </p:nvSpPr>
        <p:spPr/>
        <p:txBody>
          <a:bodyPr vert="horz" lIns="0" rIns="0" bIns="45720">
            <a:normAutofit/>
          </a:bodyPr>
          <a:lstStyle/>
          <a:p>
            <a:pPr/>
            <a:r>
              <a:rPr lang="en-US" sz="2000" noProof="1">
                <a:solidFill>
                  <a:schemeClr val="accent1"/>
                </a:solidFill>
              </a:rPr>
              <a:t>Agenda</a:t>
            </a:r>
          </a:p>
        </p:txBody>
      </p:sp>
      <p:sp>
        <p:nvSpPr>
          <p:cNvPr id="2" name="Content Placeholder 1">
            <a:extLst>
              <a:ext uri="{FF2B5EF4-FFF2-40B4-BE49-F238E27FC236}">
                <a16:creationId xmlns:a16="http://schemas.microsoft.com/office/drawing/2014/main" id="{588D4583-473A-3717-3C12-5A189D4AB886}"/>
              </a:ext>
            </a:extLst>
          </p:cNvPr>
          <p:cNvSpPr>
            <a:spLocks noGrp="1"/>
          </p:cNvSpPr>
          <p:nvPr>
            <p:ph idx="4294967295"/>
            <p:custDataLst>
              <p:tags r:id="rId4"/>
            </p:custDataLst>
          </p:nvPr>
        </p:nvSpPr>
        <p:spPr>
          <a:xfrm>
            <a:off x="457200" y="1333500"/>
            <a:ext cx="11277600" cy="4836391"/>
          </a:xfrm>
        </p:spPr>
        <p:txBody>
          <a:bodyPr numCol="2">
            <a:normAutofit/>
          </a:bodyPr>
          <a:lstStyle/>
          <a:p>
            <a:pPr marL="349250" indent="-233363">
              <a:buClr>
                <a:schemeClr val="accent1"/>
              </a:buClr>
            </a:pPr>
            <a:r>
              <a:rPr lang="en-US" noProof="1"/>
              <a:t>The Problem: Tribal Knowledge</a:t>
            </a:r>
          </a:p>
          <a:p>
            <a:pPr marL="349250" indent="-233363">
              <a:buClr>
                <a:schemeClr val="accent1"/>
              </a:buClr>
            </a:pPr>
            <a:r>
              <a:rPr lang="en-US" noProof="1"/>
              <a:t>Introducing ARIA: AI Agent</a:t>
            </a:r>
          </a:p>
          <a:p>
            <a:pPr marL="349250" indent="-233363">
              <a:buClr>
                <a:schemeClr val="accent1"/>
              </a:buClr>
            </a:pPr>
            <a:r>
              <a:rPr lang="en-US" noProof="1"/>
              <a:t>How ARIA Works: Skills &amp; Agent</a:t>
            </a:r>
          </a:p>
          <a:p>
            <a:pPr marL="349250" indent="-233363">
              <a:buClr>
                <a:schemeClr val="accent1"/>
              </a:buClr>
            </a:pPr>
            <a:r>
              <a:rPr lang="en-US" noProof="1"/>
              <a:t>Live Demo: API Development</a:t>
            </a:r>
          </a:p>
          <a:p>
            <a:pPr marL="349250" indent="-233363">
              <a:buClr>
                <a:schemeClr val="accent1"/>
              </a:buClr>
            </a:pPr>
            <a:r>
              <a:rPr lang="en-US" noProof="1"/>
              <a:t>Benefits: Speed &amp; Consistency</a:t>
            </a:r>
          </a:p>
          <a:p>
            <a:pPr marL="349250" indent="-233363">
              <a:buClr>
                <a:schemeClr val="accent1"/>
              </a:buClr>
            </a:pPr>
            <a:r>
              <a:rPr lang="en-US" noProof="1"/>
              <a:t>Roadmap: Enhancements</a:t>
            </a:r>
          </a:p>
          <a:p>
            <a:pPr marL="349250" indent="-233363">
              <a:buClr>
                <a:schemeClr val="accent1"/>
              </a:buClr>
            </a:pPr>
            <a:r>
              <a:rPr lang="en-US" noProof="1"/>
              <a:t>The Ask: Collaboration</a:t>
            </a:r>
          </a:p>
        </p:txBody>
      </p:sp>
      <p:sp>
        <p:nvSpPr>
          <p:cNvPr id="10" name="Slide Number Placeholder 9">
            <a:extLst>
              <a:ext uri="{FF2B5EF4-FFF2-40B4-BE49-F238E27FC236}">
                <a16:creationId xmlns:a16="http://schemas.microsoft.com/office/drawing/2014/main" id="{3E7353DD-7877-4B2A-3854-F3B64FDF78BD}"/>
              </a:ext>
            </a:extLst>
          </p:cNvPr>
          <p:cNvSpPr>
            <a:spLocks noGrp="1"/>
          </p:cNvSpPr>
          <p:nvPr>
            <p:ph type="sldNum" sz="quarter" idx="10"/>
          </p:nvPr>
        </p:nvSpPr>
        <p:spPr/>
        <p:txBody>
          <a:bodyPr/>
          <a:lstStyle/>
          <a:p>
            <a:fld id="{0122C274-3D99-4A24-ADE9-DD3F36DBA14D}" type="slidenum">
              <a:rPr lang="en-US" smtClean="0"/>
              <a:pPr/>
              <a:t>5</a:t>
            </a:fld>
            <a:endParaRPr lang="en-US"/>
          </a:p>
        </p:txBody>
      </p:sp>
      <p:sp>
        <p:nvSpPr>
          <p:cNvPr id="4" name="Rectangle 3">
            <a:extLst>
              <a:ext uri="{FF2B5EF4-FFF2-40B4-BE49-F238E27FC236}">
                <a16:creationId xmlns:a16="http://schemas.microsoft.com/office/drawing/2014/main" id="{A141ACE1-244A-CC94-8EDD-3CD91D865AC1}"/>
              </a:ext>
            </a:extLst>
          </p:cNvPr>
          <p:cNvSpPr>
            <a:spLocks noChangeAspect="1"/>
          </p:cNvSpPr>
          <p:nvPr>
            <p:custDataLst>
              <p:tags r:id="rId5"/>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3861010985"/>
      </p:ext>
    </p:extLst>
  </p:cSld>
  <p:clrMapOvr>
    <a:masterClrMapping/>
  </p:clrMapOvr>
</p:sld>
</file>

<file path=ppt/slides/slide924.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1BCB3-7D50-E6C3-D2B9-D15EC4070770}"/>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58ECD4F7-E257-EA00-B25B-B823E1B10392}"/>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7" imgW="7772400" imgH="10058400" progId="TCLayout.ActiveDocument.1">
                  <p:embed/>
                </p:oleObj>
              </mc:Choice>
              <mc:Fallback>
                <p:oleObj name="think-cell Slide" r:id="rId17" imgW="7772400" imgH="10058400" progId="TCLayout.ActiveDocument.1">
                  <p:embed/>
                  <p:pic>
                    <p:nvPicPr>
                      <p:cNvPr id="13" name="think-cell data - do not delete" hidden="1">
                        <a:extLst>
                          <a:ext uri="{FF2B5EF4-FFF2-40B4-BE49-F238E27FC236}">
                            <a16:creationId xmlns:a16="http://schemas.microsoft.com/office/drawing/2014/main" id="{58ECD4F7-E257-EA00-B25B-B823E1B10392}"/>
                          </a:ext>
                        </a:extLst>
                      </p:cNvPr>
                      <p:cNvPicPr/>
                      <p:nvPr/>
                    </p:nvPicPr>
                    <p:blipFill>
                      <a:blip r:embed="rId18"/>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7661633-7B2D-6DB5-553B-00DF0F273086}"/>
              </a:ext>
            </a:extLst>
          </p:cNvPr>
          <p:cNvSpPr>
            <a:spLocks noGrp="1"/>
          </p:cNvSpPr>
          <p:nvPr>
            <p:ph type="title"/>
            <p:custDataLst>
              <p:tags r:id="rId3"/>
            </p:custDataLst>
          </p:nvPr>
        </p:nvSpPr>
        <p:spPr>
          <a:xfrm>
            <a:off x="457200" y="457200"/>
            <a:ext cx="11274552" cy="609600"/>
          </a:xfrm>
        </p:spPr>
        <p:txBody>
          <a:bodyPr vert="horz" lIns="0" tIns="91440" rIns="0" bIns="45720" rtlCol="0" anchor="ctr">
            <a:normAutofit/>
          </a:bodyPr>
          <a:lstStyle/>
          <a:p>
            <a:pPr/>
            <a:r>
              <a:rPr lang="en-US" noProof="1"/>
              <a:t>Institutional Knowledge Lives in People's Heads, Not Systems</a:t>
            </a:r>
          </a:p>
        </p:txBody>
      </p:sp>
      <p:sp>
        <p:nvSpPr>
          <p:cNvPr id="7" name="Text Placeholder 4">
            <a:extLst>
              <a:ext uri="{FF2B5EF4-FFF2-40B4-BE49-F238E27FC236}">
                <a16:creationId xmlns:a16="http://schemas.microsoft.com/office/drawing/2014/main" id="{EEE58BDC-F741-2BCF-E999-EC7600A35DD3}"/>
              </a:ext>
            </a:extLst>
          </p:cNvPr>
          <p:cNvSpPr txBox="1">
            <a:spLocks/>
          </p:cNvSpPr>
          <p:nvPr>
            <p:custDataLst>
              <p:tags r:id="rId4"/>
            </p:custDataLst>
          </p:nvPr>
        </p:nvSpPr>
        <p:spPr>
          <a:xfrm>
            <a:off x="457200" y="1042988"/>
            <a:ext cx="11274425" cy="617537"/>
          </a:xfrm>
          <a:prstGeom prst="rect">
            <a:avLst/>
          </a:prstGeom>
        </p:spPr>
        <p:txBody>
          <a:bodyPr vert="horz" lIns="0" tIns="45720" rIns="45720" bIns="45720" rtlCol="0" anchor="ctr">
            <a:normAutofit/>
          </a:bodyPr>
          <a:lstStyle>
            <a:defPPr>
              <a:defRPr lang="en-US"/>
            </a:defPPr>
            <a:lvl1pPr indent="0">
              <a:lnSpc>
                <a:spcPct val="114000"/>
              </a:lnSpc>
              <a:spcBef>
                <a:spcPts val="1000"/>
              </a:spcBef>
              <a:buFont typeface="Arial" panose="020B0604020202020204" pitchFamily="34" charset="0"/>
              <a:buNone/>
              <a:defRPr sz="1200">
                <a:solidFill>
                  <a:schemeClr val="tx2"/>
                </a:solidFill>
                <a:cs typeface="Arial" panose="020B0604020202020204" pitchFamily="34" charset="0"/>
              </a:defRPr>
            </a:lvl1pPr>
            <a:lvl2pPr indent="0">
              <a:lnSpc>
                <a:spcPct val="90000"/>
              </a:lnSpc>
              <a:spcBef>
                <a:spcPts val="500"/>
              </a:spcBef>
              <a:buFont typeface="Arial" panose="020B0604020202020204" pitchFamily="34" charset="0"/>
              <a:buNone/>
              <a:defRPr sz="1200">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sz="1200">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sz="12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r>
              <a:rPr lang="en-US" noProof="1"/>
              <a:t>C&amp;IB Digital has cultivated strong development best practices, yet these remain largely undocumented and scattered. This slide highlights three key challenges stemming from this decentralization that hinder scalability and efficiency.</a:t>
            </a:r>
          </a:p>
        </p:txBody>
      </p:sp>
      <p:sp>
        <p:nvSpPr>
          <p:cNvPr id="15" name="Google Shape;703;p114">
            <a:extLst>
              <a:ext uri="{FF2B5EF4-FFF2-40B4-BE49-F238E27FC236}">
                <a16:creationId xmlns:a16="http://schemas.microsoft.com/office/drawing/2014/main" id="{DB63341F-FD33-3E28-5209-C1644B0D1DFA}"/>
              </a:ext>
            </a:extLst>
          </p:cNvPr>
          <p:cNvSpPr txBox="1"/>
          <p:nvPr>
            <p:custDataLst>
              <p:tags r:id="rId5"/>
            </p:custDataLst>
          </p:nvPr>
        </p:nvSpPr>
        <p:spPr>
          <a:xfrm>
            <a:off x="1917991" y="1714500"/>
            <a:ext cx="6832603" cy="1562100"/>
          </a:xfrm>
          <a:prstGeom prst="rect">
            <a:avLst/>
          </a:prstGeom>
          <a:noFill/>
          <a:ln>
            <a:noFill/>
          </a:ln>
        </p:spPr>
        <p:txBody>
          <a:bodyPr spcFirstLastPara="1" wrap="square" lIns="91440" tIns="45720" rIns="91440" bIns="45720" anchor="t" anchorCtr="0">
            <a:normAutofit/>
          </a:bodyPr>
          <a:lstStyle>
            <a:defPPr>
              <a:defRPr lang="en-US"/>
            </a:defPPr>
            <a:lvl1pPr marL="228600" indent="-163513">
              <a:spcAft>
                <a:spcPts val="600"/>
              </a:spcAft>
              <a:buFont typeface="Arial" panose="020B0604020202020204" pitchFamily="34" charset="0"/>
              <a:buChar char="•"/>
              <a:defRPr sz="1250"/>
            </a:lvl1pPr>
          </a:lstStyle>
          <a:p>
            <a:pPr marL="295275" indent="-230188">
              <a:lnSpc>
                <a:spcPct val="90000"/>
              </a:lnSpc>
              <a:spcAft>
                <a:spcPts val="400"/>
              </a:spcAft>
              <a:buClr>
                <a:schemeClr val="accent1"/>
              </a:buClr>
            </a:pPr>
            <a:r>
              <a:rPr lang="en-US" sz="1200" noProof="1"/>
              <a:t>Critical development best practices reside primarily in the minds of senior developers and key team members, creating knowledge silos that are difficult to access or share.</a:t>
            </a:r>
          </a:p>
          <a:p>
            <a:pPr marL="295275" indent="-230188">
              <a:lnSpc>
                <a:spcPct val="90000"/>
              </a:lnSpc>
              <a:spcAft>
                <a:spcPts val="400"/>
              </a:spcAft>
              <a:buClr>
                <a:schemeClr val="accent1"/>
              </a:buClr>
            </a:pPr>
            <a:r>
              <a:rPr lang="en-US" sz="1200" noProof="1"/>
              <a:t>This tacit knowledge is often communicated informally through chat threads, emails, or one-on-one discussions, rather than centralized documentation.</a:t>
            </a:r>
          </a:p>
          <a:p>
            <a:pPr marL="295275" indent="-230188">
              <a:lnSpc>
                <a:spcPct val="90000"/>
              </a:lnSpc>
              <a:spcAft>
                <a:spcPts val="400"/>
              </a:spcAft>
              <a:buClr>
                <a:schemeClr val="accent1"/>
              </a:buClr>
            </a:pPr>
            <a:r>
              <a:rPr lang="en-US" sz="1200" noProof="1"/>
              <a:t>When these individuals rotate off projects or leave the organization, valuable insights risk being lost, slowing project continuity and innovation.</a:t>
            </a:r>
          </a:p>
        </p:txBody>
      </p:sp>
      <p:sp>
        <p:nvSpPr>
          <p:cNvPr id="17" name="Google Shape;10527;p9415">
            <a:extLst>
              <a:ext uri="{FF2B5EF4-FFF2-40B4-BE49-F238E27FC236}">
                <a16:creationId xmlns:a16="http://schemas.microsoft.com/office/drawing/2014/main" id="{BDCAA82A-1990-9CC2-6AF5-0A72659A028C}"/>
              </a:ext>
            </a:extLst>
          </p:cNvPr>
          <p:cNvSpPr txBox="1"/>
          <p:nvPr>
            <p:custDataLst>
              <p:tags r:id="rId6"/>
            </p:custDataLst>
          </p:nvPr>
        </p:nvSpPr>
        <p:spPr>
          <a:xfrm>
            <a:off x="457199" y="1714500"/>
            <a:ext cx="1460788" cy="1562100"/>
          </a:xfrm>
          <a:prstGeom prst="rect">
            <a:avLst/>
          </a:prstGeom>
          <a:noFill/>
          <a:ln>
            <a:noFill/>
          </a:ln>
        </p:spPr>
        <p:txBody>
          <a:bodyPr spcFirstLastPara="1" wrap="square" lIns="0" tIns="45720" rIns="91440" bIns="45720" anchor="t" anchorCtr="0">
            <a:normAutofit/>
          </a:bodyPr>
          <a:lstStyle/>
          <a:p>
            <a:pPr>
              <a:buSzPts val="1100"/>
            </a:pPr>
            <a:r>
              <a:rPr lang="en-US" sz="1200" b="1" noProof="1">
                <a:solidFill>
                  <a:schemeClr val="accent1"/>
                </a:solidFill>
                <a:latin typeface="+mj-lt"/>
              </a:rPr>
              <a:t>Scattered Expertise and Tribal Knowledge</a:t>
            </a:r>
          </a:p>
        </p:txBody>
      </p:sp>
      <p:sp>
        <p:nvSpPr>
          <p:cNvPr id="18" name="Google Shape;703;p114">
            <a:extLst>
              <a:ext uri="{FF2B5EF4-FFF2-40B4-BE49-F238E27FC236}">
                <a16:creationId xmlns:a16="http://schemas.microsoft.com/office/drawing/2014/main" id="{F055361C-3641-A656-9EFF-866FF2D01E9A}"/>
              </a:ext>
            </a:extLst>
          </p:cNvPr>
          <p:cNvSpPr txBox="1"/>
          <p:nvPr>
            <p:custDataLst>
              <p:tags r:id="rId7"/>
            </p:custDataLst>
          </p:nvPr>
        </p:nvSpPr>
        <p:spPr>
          <a:xfrm>
            <a:off x="1917986" y="3276600"/>
            <a:ext cx="6832603" cy="1562100"/>
          </a:xfrm>
          <a:prstGeom prst="rect">
            <a:avLst/>
          </a:prstGeom>
          <a:noFill/>
          <a:ln>
            <a:noFill/>
          </a:ln>
        </p:spPr>
        <p:txBody>
          <a:bodyPr spcFirstLastPara="1" wrap="square" lIns="91440" tIns="45720" rIns="91440" bIns="45720" anchor="t" anchorCtr="0">
            <a:normAutofit/>
          </a:bodyPr>
          <a:lstStyle>
            <a:defPPr>
              <a:defRPr lang="en-US"/>
            </a:defPPr>
            <a:lvl1pPr marL="228600" indent="-163513">
              <a:spcAft>
                <a:spcPts val="600"/>
              </a:spcAft>
              <a:buFont typeface="Arial" panose="020B0604020202020204" pitchFamily="34" charset="0"/>
              <a:buChar char="•"/>
              <a:defRPr sz="1250"/>
            </a:lvl1pPr>
          </a:lstStyle>
          <a:p>
            <a:pPr marL="295275" indent="-230188">
              <a:lnSpc>
                <a:spcPct val="90000"/>
              </a:lnSpc>
              <a:spcAft>
                <a:spcPts val="400"/>
              </a:spcAft>
              <a:buClr>
                <a:schemeClr val="accent1"/>
              </a:buClr>
            </a:pPr>
            <a:r>
              <a:rPr lang="en-US" sz="1200" noProof="1"/>
              <a:t>Without a unified system, each development squad implements standards like API design, security protocols, and testing methodologies differently.</a:t>
            </a:r>
          </a:p>
          <a:p>
            <a:pPr marL="295275" indent="-230188">
              <a:lnSpc>
                <a:spcPct val="90000"/>
              </a:lnSpc>
              <a:spcAft>
                <a:spcPts val="400"/>
              </a:spcAft>
              <a:buClr>
                <a:schemeClr val="accent1"/>
              </a:buClr>
            </a:pPr>
            <a:r>
              <a:rPr lang="en-US" sz="1200" noProof="1"/>
              <a:t>This inconsistency leads to variable code quality, increased rework, and challenges during audits or compliance checks.</a:t>
            </a:r>
          </a:p>
          <a:p>
            <a:pPr marL="295275" indent="-230188">
              <a:lnSpc>
                <a:spcPct val="90000"/>
              </a:lnSpc>
              <a:spcAft>
                <a:spcPts val="400"/>
              </a:spcAft>
              <a:buClr>
                <a:schemeClr val="accent1"/>
              </a:buClr>
            </a:pPr>
            <a:r>
              <a:rPr lang="en-US" sz="1200" noProof="1"/>
              <a:t>It also causes inefficiencies as teams must repeatedly recreate or validate processes that should be standardized.</a:t>
            </a:r>
          </a:p>
        </p:txBody>
      </p:sp>
      <p:sp>
        <p:nvSpPr>
          <p:cNvPr id="20" name="Google Shape;10527;p9415">
            <a:extLst>
              <a:ext uri="{FF2B5EF4-FFF2-40B4-BE49-F238E27FC236}">
                <a16:creationId xmlns:a16="http://schemas.microsoft.com/office/drawing/2014/main" id="{2A917C6C-7705-27B4-2EFB-F19130C9A327}"/>
              </a:ext>
            </a:extLst>
          </p:cNvPr>
          <p:cNvSpPr txBox="1"/>
          <p:nvPr>
            <p:custDataLst>
              <p:tags r:id="rId8"/>
            </p:custDataLst>
          </p:nvPr>
        </p:nvSpPr>
        <p:spPr>
          <a:xfrm>
            <a:off x="457199" y="3276600"/>
            <a:ext cx="1460788" cy="1562100"/>
          </a:xfrm>
          <a:prstGeom prst="rect">
            <a:avLst/>
          </a:prstGeom>
          <a:noFill/>
          <a:ln>
            <a:noFill/>
          </a:ln>
        </p:spPr>
        <p:txBody>
          <a:bodyPr spcFirstLastPara="1" wrap="square" lIns="0" tIns="45720" rIns="91440" bIns="45720" anchor="t" anchorCtr="0">
            <a:normAutofit/>
          </a:bodyPr>
          <a:lstStyle/>
          <a:p>
            <a:pPr>
              <a:buSzPts val="1100"/>
            </a:pPr>
            <a:r>
              <a:rPr lang="en-US" sz="1200" b="1" noProof="1">
                <a:solidFill>
                  <a:schemeClr val="accent1"/>
                </a:solidFill>
                <a:latin typeface="+mj-lt"/>
              </a:rPr>
              <a:t>Inconsistent Development Practices</a:t>
            </a:r>
          </a:p>
        </p:txBody>
      </p:sp>
      <p:sp>
        <p:nvSpPr>
          <p:cNvPr id="21" name="Google Shape;703;p114">
            <a:extLst>
              <a:ext uri="{FF2B5EF4-FFF2-40B4-BE49-F238E27FC236}">
                <a16:creationId xmlns:a16="http://schemas.microsoft.com/office/drawing/2014/main" id="{BA3B37B0-E545-E56F-4920-26DC780A241F}"/>
              </a:ext>
            </a:extLst>
          </p:cNvPr>
          <p:cNvSpPr txBox="1"/>
          <p:nvPr>
            <p:custDataLst>
              <p:tags r:id="rId9"/>
            </p:custDataLst>
          </p:nvPr>
        </p:nvSpPr>
        <p:spPr>
          <a:xfrm>
            <a:off x="1917992" y="4838700"/>
            <a:ext cx="6832602" cy="1562100"/>
          </a:xfrm>
          <a:prstGeom prst="rect">
            <a:avLst/>
          </a:prstGeom>
          <a:noFill/>
          <a:ln>
            <a:noFill/>
          </a:ln>
        </p:spPr>
        <p:txBody>
          <a:bodyPr spcFirstLastPara="1" wrap="square" lIns="91440" tIns="45720" rIns="91440" bIns="45720" anchor="t" anchorCtr="0">
            <a:normAutofit/>
          </a:bodyPr>
          <a:lstStyle>
            <a:defPPr>
              <a:defRPr lang="en-US"/>
            </a:defPPr>
            <a:lvl1pPr marL="228600" indent="-163513">
              <a:spcAft>
                <a:spcPts val="600"/>
              </a:spcAft>
              <a:buFont typeface="Arial" panose="020B0604020202020204" pitchFamily="34" charset="0"/>
              <a:buChar char="•"/>
              <a:defRPr sz="1250"/>
            </a:lvl1pPr>
          </a:lstStyle>
          <a:p>
            <a:pPr marL="295275" indent="-230188">
              <a:lnSpc>
                <a:spcPct val="90000"/>
              </a:lnSpc>
              <a:spcAft>
                <a:spcPts val="400"/>
              </a:spcAft>
              <a:buClr>
                <a:schemeClr val="accent1"/>
              </a:buClr>
            </a:pPr>
            <a:r>
              <a:rPr lang="en-US" sz="1200" noProof="1"/>
              <a:t>Instruction files and best practice guides often exist in fragmented folders or personal drives, forcing developers to manually copy and adapt them for each project.</a:t>
            </a:r>
          </a:p>
          <a:p>
            <a:pPr marL="295275" indent="-230188">
              <a:lnSpc>
                <a:spcPct val="90000"/>
              </a:lnSpc>
              <a:spcAft>
                <a:spcPts val="400"/>
              </a:spcAft>
              <a:buClr>
                <a:schemeClr val="accent1"/>
              </a:buClr>
            </a:pPr>
            <a:r>
              <a:rPr lang="en-US" sz="1200" noProof="1"/>
              <a:t>New developers face steep onboarding curves due to the lack of a single source of truth for coding standards and methodologies.</a:t>
            </a:r>
          </a:p>
          <a:p>
            <a:pPr marL="295275" indent="-230188">
              <a:lnSpc>
                <a:spcPct val="90000"/>
              </a:lnSpc>
              <a:spcAft>
                <a:spcPts val="400"/>
              </a:spcAft>
              <a:buClr>
                <a:schemeClr val="accent1"/>
              </a:buClr>
            </a:pPr>
            <a:r>
              <a:rPr lang="en-US" sz="1200" noProof="1"/>
              <a:t>This duplication of effort wastes time and distracts developers from focusing on innovation and higher-value tasks.</a:t>
            </a:r>
          </a:p>
        </p:txBody>
      </p:sp>
      <p:sp>
        <p:nvSpPr>
          <p:cNvPr id="22" name="Google Shape;10527;p9415">
            <a:extLst>
              <a:ext uri="{FF2B5EF4-FFF2-40B4-BE49-F238E27FC236}">
                <a16:creationId xmlns:a16="http://schemas.microsoft.com/office/drawing/2014/main" id="{6A81C230-DEB7-1208-D11A-EE7B10F5C562}"/>
              </a:ext>
            </a:extLst>
          </p:cNvPr>
          <p:cNvSpPr txBox="1"/>
          <p:nvPr>
            <p:custDataLst>
              <p:tags r:id="rId10"/>
            </p:custDataLst>
          </p:nvPr>
        </p:nvSpPr>
        <p:spPr>
          <a:xfrm>
            <a:off x="457199" y="4838700"/>
            <a:ext cx="1460787" cy="1562100"/>
          </a:xfrm>
          <a:prstGeom prst="rect">
            <a:avLst/>
          </a:prstGeom>
          <a:noFill/>
          <a:ln>
            <a:noFill/>
          </a:ln>
        </p:spPr>
        <p:txBody>
          <a:bodyPr spcFirstLastPara="1" wrap="square" lIns="0" tIns="45720" rIns="91440" bIns="45720" anchor="t" anchorCtr="0">
            <a:normAutofit/>
          </a:bodyPr>
          <a:lstStyle/>
          <a:p>
            <a:pPr>
              <a:buSzPts val="1100"/>
            </a:pPr>
            <a:r>
              <a:rPr lang="en-US" sz="1200" b="1" noProof="1">
                <a:solidFill>
                  <a:schemeClr val="accent1"/>
                </a:solidFill>
                <a:latin typeface="+mj-lt"/>
              </a:rPr>
              <a:t>Duplicated Effort and Slow Onboarding</a:t>
            </a:r>
          </a:p>
        </p:txBody>
      </p:sp>
      <p:sp>
        <p:nvSpPr>
          <p:cNvPr id="23" name="Google Shape;10527;p9415">
            <a:extLst>
              <a:ext uri="{FF2B5EF4-FFF2-40B4-BE49-F238E27FC236}">
                <a16:creationId xmlns:a16="http://schemas.microsoft.com/office/drawing/2014/main" id="{5254AA2B-4157-41A2-49B0-C18C941AAC1E}"/>
              </a:ext>
            </a:extLst>
          </p:cNvPr>
          <p:cNvSpPr txBox="1"/>
          <p:nvPr>
            <p:custDataLst>
              <p:tags r:id="rId11"/>
            </p:custDataLst>
          </p:nvPr>
        </p:nvSpPr>
        <p:spPr>
          <a:xfrm>
            <a:off x="8915399" y="1722564"/>
            <a:ext cx="2816223" cy="4678236"/>
          </a:xfrm>
          <a:prstGeom prst="rect">
            <a:avLst/>
          </a:prstGeom>
          <a:solidFill>
            <a:schemeClr val="accent1"/>
          </a:solidFill>
          <a:ln>
            <a:noFill/>
          </a:ln>
        </p:spPr>
        <p:txBody>
          <a:bodyPr spcFirstLastPara="1" wrap="square" lIns="457200" tIns="548640" rIns="365760" bIns="45720" anchor="t" anchorCtr="0">
            <a:normAutofit/>
          </a:bodyPr>
          <a:lstStyle/>
          <a:p>
            <a:pPr>
              <a:lnSpc>
                <a:spcPct val="105000"/>
              </a:lnSpc>
              <a:buSzPts val="1100"/>
            </a:pPr>
            <a:r>
              <a:rPr lang="en-US" sz="1200" noProof="1">
                <a:solidFill>
                  <a:srgbClr val="FFFFFF"/>
                </a:solidFill>
                <a:latin typeface="Aptos" panose="020B0004020202020204" pitchFamily="34" charset="0"/>
              </a:rPr>
              <a:t>The decentralized nature of institutional knowledge in C&amp;IB Digital creates significant operational friction. Centralizing this expertise into a reusable system is essential to ensure consistency, accelerate onboarding, and reduce duplicated efforts across teams.</a:t>
            </a:r>
          </a:p>
        </p:txBody>
      </p:sp>
      <p:sp>
        <p:nvSpPr>
          <p:cNvPr id="24" name="Triangle 23">
            <a:extLst>
              <a:ext uri="{FF2B5EF4-FFF2-40B4-BE49-F238E27FC236}">
                <a16:creationId xmlns:a16="http://schemas.microsoft.com/office/drawing/2014/main" id="{17A860FE-9BC4-11EB-64BC-71581CED6763}"/>
              </a:ext>
            </a:extLst>
          </p:cNvPr>
          <p:cNvSpPr>
            <a:spLocks noChangeAspect="1"/>
          </p:cNvSpPr>
          <p:nvPr/>
        </p:nvSpPr>
        <p:spPr>
          <a:xfrm rot="5400000">
            <a:off x="9107250" y="2053691"/>
            <a:ext cx="182880" cy="11176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 name="Text Placeholder 3">
            <a:extLst>
              <a:ext uri="{FF2B5EF4-FFF2-40B4-BE49-F238E27FC236}">
                <a16:creationId xmlns:a16="http://schemas.microsoft.com/office/drawing/2014/main" id="{CD75D374-99E7-EF7F-08F7-CD5771B33BCD}"/>
              </a:ext>
            </a:extLst>
          </p:cNvPr>
          <p:cNvSpPr txBox="1">
            <a:spLocks/>
          </p:cNvSpPr>
          <p:nvPr>
            <p:custDataLst>
              <p:tags r:id="rId12"/>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Problem</a:t>
            </a:r>
          </a:p>
        </p:txBody>
      </p:sp>
      <p:sp>
        <p:nvSpPr>
          <p:cNvPr id="6" name="Slide Number Placeholder 5">
            <a:extLst>
              <a:ext uri="{FF2B5EF4-FFF2-40B4-BE49-F238E27FC236}">
                <a16:creationId xmlns:a16="http://schemas.microsoft.com/office/drawing/2014/main" id="{3E2B4400-64B3-3C5B-F4FE-6BB269F92145}"/>
              </a:ext>
            </a:extLst>
          </p:cNvPr>
          <p:cNvSpPr>
            <a:spLocks noGrp="1"/>
          </p:cNvSpPr>
          <p:nvPr>
            <p:ph type="sldNum" sz="quarter" idx="10"/>
          </p:nvPr>
        </p:nvSpPr>
        <p:spPr/>
        <p:txBody>
          <a:bodyPr/>
          <a:lstStyle/>
          <a:p>
            <a:fld id="{0122C274-3D99-4A24-ADE9-DD3F36DBA14D}" type="slidenum">
              <a:rPr lang="en-US" smtClean="0"/>
              <a:pPr/>
              <a:t>9</a:t>
            </a:fld>
            <a:endParaRPr lang="en-US"/>
          </a:p>
        </p:txBody>
      </p:sp>
      <p:sp>
        <p:nvSpPr>
          <p:cNvPr id="8" name="Rectangle 7">
            <a:extLst>
              <a:ext uri="{FF2B5EF4-FFF2-40B4-BE49-F238E27FC236}">
                <a16:creationId xmlns:a16="http://schemas.microsoft.com/office/drawing/2014/main" id="{76033263-6ACC-C177-136D-1097347545BB}"/>
              </a:ext>
            </a:extLst>
          </p:cNvPr>
          <p:cNvSpPr>
            <a:spLocks noChangeAspect="1"/>
          </p:cNvSpPr>
          <p:nvPr>
            <p:custDataLst>
              <p:tags r:id="rId13"/>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3094596450"/>
      </p:ext>
    </p:extLst>
  </p:cSld>
  <p:clrMapOvr>
    <a:masterClrMapping/>
  </p:clrMapOvr>
</p:sld>
</file>

<file path=ppt/slides/slide3725.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AD571-237D-4F3C-43B2-367575FDE07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57CB260-B00A-9953-F70E-5412B11AE7B4}"/>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6" imgW="7772400" imgH="10058400" progId="TCLayout.ActiveDocument.1">
                  <p:embed/>
                </p:oleObj>
              </mc:Choice>
              <mc:Fallback>
                <p:oleObj name="think-cell Slide" r:id="rId16" imgW="7772400" imgH="10058400" progId="TCLayout.ActiveDocument.1">
                  <p:embed/>
                  <p:pic>
                    <p:nvPicPr>
                      <p:cNvPr id="5" name="think-cell data - do not delete" hidden="1">
                        <a:extLst>
                          <a:ext uri="{FF2B5EF4-FFF2-40B4-BE49-F238E27FC236}">
                            <a16:creationId xmlns:a16="http://schemas.microsoft.com/office/drawing/2014/main" id="{D57CB260-B00A-9953-F70E-5412B11AE7B4}"/>
                          </a:ext>
                        </a:extLst>
                      </p:cNvPr>
                      <p:cNvPicPr/>
                      <p:nvPr/>
                    </p:nvPicPr>
                    <p:blipFill>
                      <a:blip r:embed="rId17"/>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7B0F300-3CFF-7C26-D17B-D656864EB8A4}"/>
              </a:ext>
            </a:extLst>
          </p:cNvPr>
          <p:cNvSpPr>
            <a:spLocks noGrp="1"/>
          </p:cNvSpPr>
          <p:nvPr>
            <p:ph type="title"/>
            <p:custDataLst>
              <p:tags r:id="rId3"/>
            </p:custDataLst>
          </p:nvPr>
        </p:nvSpPr>
        <p:spPr/>
        <p:txBody>
          <a:bodyPr vert="horz" lIns="0" tIns="91440" rIns="0" bIns="45720" rtlCol="0" anchor="ctr">
            <a:normAutofit/>
          </a:bodyPr>
          <a:lstStyle/>
          <a:p>
            <a:pPr/>
            <a:r>
              <a:rPr lang="en-US" noProof="1"/>
              <a:t>The Cost of Undocumented Best Practices</a:t>
            </a:r>
          </a:p>
        </p:txBody>
      </p:sp>
      <p:sp>
        <p:nvSpPr>
          <p:cNvPr id="13" name="Google Shape;703;p114">
            <a:extLst>
              <a:ext uri="{FF2B5EF4-FFF2-40B4-BE49-F238E27FC236}">
                <a16:creationId xmlns:a16="http://schemas.microsoft.com/office/drawing/2014/main" id="{FE62230D-710B-1633-D581-69FEC241A572}"/>
              </a:ext>
            </a:extLst>
          </p:cNvPr>
          <p:cNvSpPr txBox="1"/>
          <p:nvPr>
            <p:custDataLst>
              <p:tags r:id="rId4"/>
            </p:custDataLst>
          </p:nvPr>
        </p:nvSpPr>
        <p:spPr>
          <a:xfrm>
            <a:off x="1873438" y="1104901"/>
            <a:ext cx="6904799" cy="1765300"/>
          </a:xfrm>
          <a:prstGeom prst="rect">
            <a:avLst/>
          </a:prstGeom>
          <a:noFill/>
          <a:ln>
            <a:noFill/>
          </a:ln>
        </p:spPr>
        <p:txBody>
          <a:bodyPr spcFirstLastPara="1" wrap="square" lIns="91440" tIns="45720" rIns="91440" bIns="0" anchor="t" anchorCtr="0">
            <a:noAutofit/>
          </a:bodyPr>
          <a:lstStyle>
            <a:defPPr>
              <a:defRPr lang="en-US"/>
            </a:defPPr>
            <a:lvl1pPr marL="295275" indent="-230188">
              <a:lnSpc>
                <a:spcPct val="100000"/>
              </a:lnSpc>
              <a:spcAft>
                <a:spcPts val="800"/>
              </a:spcAft>
              <a:buClrTx/>
              <a:buFont typeface="Arial" panose="020B0604020202020204" pitchFamily="34" charset="0"/>
              <a:buChar char="•"/>
              <a:defRPr sz="1400"/>
            </a:lvl1pPr>
          </a:lstStyle>
          <a:p>
            <a:pPr>
              <a:lnSpc>
                <a:spcPct val="90000"/>
              </a:lnSpc>
              <a:spcAft>
                <a:spcPts val="400"/>
              </a:spcAft>
            </a:pPr>
            <a:r>
              <a:rPr lang="en-US" sz="1200" noProof="1"/>
              <a:t>Expertise and best practices are concentrated in senior developers, creating knowledge silos within teams.</a:t>
            </a:r>
          </a:p>
          <a:p>
            <a:pPr>
              <a:lnSpc>
                <a:spcPct val="90000"/>
              </a:lnSpc>
              <a:spcAft>
                <a:spcPts val="400"/>
              </a:spcAft>
            </a:pPr>
            <a:r>
              <a:rPr lang="en-US" sz="1200" noProof="1"/>
              <a:t>When senior developers rotate off projects or leave the organization, critical know-how is lost or inaccessible.</a:t>
            </a:r>
          </a:p>
          <a:p>
            <a:pPr>
              <a:lnSpc>
                <a:spcPct val="90000"/>
              </a:lnSpc>
              <a:spcAft>
                <a:spcPts val="400"/>
              </a:spcAft>
            </a:pPr>
            <a:r>
              <a:rPr lang="en-US" sz="1200" noProof="1"/>
              <a:t>This loss slows project momentum and forces rediscovery of solutions, increasing development time.</a:t>
            </a:r>
          </a:p>
          <a:p>
            <a:pPr>
              <a:lnSpc>
                <a:spcPct val="90000"/>
              </a:lnSpc>
              <a:spcAft>
                <a:spcPts val="400"/>
              </a:spcAft>
            </a:pPr>
            <a:r>
              <a:rPr lang="en-US" sz="1200" noProof="1"/>
              <a:t>Lack of formal documentation means new or junior developers struggle to access proven approaches.</a:t>
            </a:r>
          </a:p>
          <a:p>
            <a:pPr>
              <a:lnSpc>
                <a:spcPct val="90000"/>
              </a:lnSpc>
              <a:spcAft>
                <a:spcPts val="400"/>
              </a:spcAft>
            </a:pPr>
            <a:r>
              <a:rPr lang="en-US" sz="1200" noProof="1"/>
              <a:t>Dependence on individuals risks project continuity and quality consistency.</a:t>
            </a:r>
          </a:p>
        </p:txBody>
      </p:sp>
      <p:sp>
        <p:nvSpPr>
          <p:cNvPr id="15" name="Google Shape;10527;p9415">
            <a:extLst>
              <a:ext uri="{FF2B5EF4-FFF2-40B4-BE49-F238E27FC236}">
                <a16:creationId xmlns:a16="http://schemas.microsoft.com/office/drawing/2014/main" id="{D461343A-C3F5-732D-B31B-CCDFCFC2C96B}"/>
              </a:ext>
            </a:extLst>
          </p:cNvPr>
          <p:cNvSpPr txBox="1"/>
          <p:nvPr>
            <p:custDataLst>
              <p:tags r:id="rId5"/>
            </p:custDataLst>
          </p:nvPr>
        </p:nvSpPr>
        <p:spPr>
          <a:xfrm>
            <a:off x="457197" y="1104901"/>
            <a:ext cx="1416242" cy="1765300"/>
          </a:xfrm>
          <a:prstGeom prst="rect">
            <a:avLst/>
          </a:prstGeom>
          <a:noFill/>
          <a:ln>
            <a:noFill/>
          </a:ln>
        </p:spPr>
        <p:txBody>
          <a:bodyPr spcFirstLastPara="1" wrap="square" lIns="0" tIns="45720" rIns="91440" bIns="45720" anchor="t" anchorCtr="0">
            <a:normAutofit/>
          </a:bodyPr>
          <a:lstStyle>
            <a:defPPr>
              <a:defRPr lang="en-US"/>
            </a:defPPr>
            <a:lvl1pPr>
              <a:buSzPts val="1100"/>
              <a:defRPr sz="1600">
                <a:solidFill>
                  <a:schemeClr val="accent1"/>
                </a:solidFill>
                <a:latin typeface="+mj-lt"/>
              </a:defRPr>
            </a:lvl1pPr>
          </a:lstStyle>
          <a:p>
            <a:pPr/>
            <a:r>
              <a:rPr lang="en-US" sz="1200" b="1" noProof="1"/>
              <a:t>Tribal Knowledge Concentration</a:t>
            </a:r>
          </a:p>
        </p:txBody>
      </p:sp>
      <p:sp>
        <p:nvSpPr>
          <p:cNvPr id="17" name="Google Shape;703;p114">
            <a:extLst>
              <a:ext uri="{FF2B5EF4-FFF2-40B4-BE49-F238E27FC236}">
                <a16:creationId xmlns:a16="http://schemas.microsoft.com/office/drawing/2014/main" id="{08C8DB1C-E8A5-378F-09F6-BF6885925196}"/>
              </a:ext>
            </a:extLst>
          </p:cNvPr>
          <p:cNvSpPr txBox="1"/>
          <p:nvPr>
            <p:custDataLst>
              <p:tags r:id="rId6"/>
            </p:custDataLst>
          </p:nvPr>
        </p:nvSpPr>
        <p:spPr>
          <a:xfrm>
            <a:off x="1873438" y="2870201"/>
            <a:ext cx="6904799" cy="1765300"/>
          </a:xfrm>
          <a:prstGeom prst="rect">
            <a:avLst/>
          </a:prstGeom>
          <a:noFill/>
          <a:ln>
            <a:noFill/>
          </a:ln>
        </p:spPr>
        <p:txBody>
          <a:bodyPr spcFirstLastPara="1" wrap="square" lIns="91440" tIns="45720" rIns="91440" bIns="0" anchor="t" anchorCtr="0">
            <a:noAutofit/>
          </a:bodyPr>
          <a:lstStyle>
            <a:defPPr>
              <a:defRPr lang="en-US"/>
            </a:defPPr>
            <a:lvl1pPr marL="295275" indent="-230188">
              <a:lnSpc>
                <a:spcPct val="100000"/>
              </a:lnSpc>
              <a:spcAft>
                <a:spcPts val="800"/>
              </a:spcAft>
              <a:buClrTx/>
              <a:buFont typeface="Arial" panose="020B0604020202020204" pitchFamily="34" charset="0"/>
              <a:buChar char="•"/>
              <a:defRPr sz="1400"/>
            </a:lvl1pPr>
          </a:lstStyle>
          <a:p>
            <a:pPr>
              <a:lnSpc>
                <a:spcPct val="90000"/>
              </a:lnSpc>
              <a:spcAft>
                <a:spcPts val="400"/>
              </a:spcAft>
            </a:pPr>
            <a:r>
              <a:rPr lang="en-US" sz="1200" noProof="1"/>
              <a:t>Each squad implements APIs, security protocols, and testing differently, leading to wide variations in quality.</a:t>
            </a:r>
          </a:p>
          <a:p>
            <a:pPr>
              <a:lnSpc>
                <a:spcPct val="90000"/>
              </a:lnSpc>
              <a:spcAft>
                <a:spcPts val="400"/>
              </a:spcAft>
            </a:pPr>
            <a:r>
              <a:rPr lang="en-US" sz="1200" noProof="1"/>
              <a:t>Inconsistencies cause rework, delays, and higher maintenance overhead across projects.</a:t>
            </a:r>
          </a:p>
          <a:p>
            <a:pPr>
              <a:lnSpc>
                <a:spcPct val="90000"/>
              </a:lnSpc>
              <a:spcAft>
                <a:spcPts val="400"/>
              </a:spcAft>
            </a:pPr>
            <a:r>
              <a:rPr lang="en-US" sz="1200" noProof="1"/>
              <a:t>Audits often identify gaps due to non-uniform adherence to standards, increasing compliance risk.</a:t>
            </a:r>
          </a:p>
          <a:p>
            <a:pPr>
              <a:lnSpc>
                <a:spcPct val="90000"/>
              </a:lnSpc>
              <a:spcAft>
                <a:spcPts val="400"/>
              </a:spcAft>
            </a:pPr>
            <a:r>
              <a:rPr lang="en-US" sz="1200" noProof="1"/>
              <a:t>Fragmented practices reduce the ability to scale development efficiently across the organization.</a:t>
            </a:r>
          </a:p>
          <a:p>
            <a:pPr>
              <a:lnSpc>
                <a:spcPct val="90000"/>
              </a:lnSpc>
              <a:spcAft>
                <a:spcPts val="400"/>
              </a:spcAft>
            </a:pPr>
            <a:r>
              <a:rPr lang="en-US" sz="1200" noProof="1"/>
              <a:t>Lack of standardization affects developer collaboration and slows innovation.</a:t>
            </a:r>
          </a:p>
        </p:txBody>
      </p:sp>
      <p:sp>
        <p:nvSpPr>
          <p:cNvPr id="18" name="Google Shape;10527;p9415">
            <a:extLst>
              <a:ext uri="{FF2B5EF4-FFF2-40B4-BE49-F238E27FC236}">
                <a16:creationId xmlns:a16="http://schemas.microsoft.com/office/drawing/2014/main" id="{77C824CC-A71D-3E62-13B6-CBF517FA9AC2}"/>
              </a:ext>
            </a:extLst>
          </p:cNvPr>
          <p:cNvSpPr txBox="1"/>
          <p:nvPr>
            <p:custDataLst>
              <p:tags r:id="rId7"/>
            </p:custDataLst>
          </p:nvPr>
        </p:nvSpPr>
        <p:spPr>
          <a:xfrm>
            <a:off x="457198" y="2870201"/>
            <a:ext cx="1416243" cy="1765300"/>
          </a:xfrm>
          <a:prstGeom prst="rect">
            <a:avLst/>
          </a:prstGeom>
          <a:noFill/>
          <a:ln>
            <a:noFill/>
          </a:ln>
        </p:spPr>
        <p:txBody>
          <a:bodyPr spcFirstLastPara="1" wrap="square" lIns="0" tIns="45720" rIns="91440" bIns="45720" anchor="t" anchorCtr="0">
            <a:normAutofit/>
          </a:bodyPr>
          <a:lstStyle>
            <a:defPPr>
              <a:defRPr lang="en-US"/>
            </a:defPPr>
            <a:lvl1pPr>
              <a:buSzPts val="1100"/>
              <a:defRPr sz="1600">
                <a:solidFill>
                  <a:schemeClr val="accent1"/>
                </a:solidFill>
                <a:latin typeface="+mj-lt"/>
              </a:defRPr>
            </a:lvl1pPr>
          </a:lstStyle>
          <a:p>
            <a:pPr/>
            <a:r>
              <a:rPr lang="en-US" sz="1200" b="1" noProof="1"/>
              <a:t>Inconsistent Development Practices</a:t>
            </a:r>
          </a:p>
        </p:txBody>
      </p:sp>
      <p:sp>
        <p:nvSpPr>
          <p:cNvPr id="4" name="Google Shape;703;p114">
            <a:extLst>
              <a:ext uri="{FF2B5EF4-FFF2-40B4-BE49-F238E27FC236}">
                <a16:creationId xmlns:a16="http://schemas.microsoft.com/office/drawing/2014/main" id="{63B9EC3B-AE23-A8D2-CA20-C1571724424F}"/>
              </a:ext>
            </a:extLst>
          </p:cNvPr>
          <p:cNvSpPr txBox="1"/>
          <p:nvPr>
            <p:custDataLst>
              <p:tags r:id="rId8"/>
            </p:custDataLst>
          </p:nvPr>
        </p:nvSpPr>
        <p:spPr>
          <a:xfrm>
            <a:off x="1873438" y="4635500"/>
            <a:ext cx="6904799" cy="1765300"/>
          </a:xfrm>
          <a:prstGeom prst="rect">
            <a:avLst/>
          </a:prstGeom>
          <a:noFill/>
          <a:ln>
            <a:noFill/>
          </a:ln>
        </p:spPr>
        <p:txBody>
          <a:bodyPr spcFirstLastPara="1" wrap="square" lIns="91440" tIns="45720" rIns="91440" bIns="0" anchor="t" anchorCtr="0">
            <a:noAutofit/>
          </a:bodyPr>
          <a:lstStyle>
            <a:defPPr>
              <a:defRPr lang="en-US"/>
            </a:defPPr>
            <a:lvl1pPr marL="295275" indent="-230188">
              <a:lnSpc>
                <a:spcPct val="100000"/>
              </a:lnSpc>
              <a:spcAft>
                <a:spcPts val="800"/>
              </a:spcAft>
              <a:buClrTx/>
              <a:buFont typeface="Arial" panose="020B0604020202020204" pitchFamily="34" charset="0"/>
              <a:buChar char="•"/>
              <a:defRPr sz="1400"/>
            </a:lvl1pPr>
          </a:lstStyle>
          <a:p>
            <a:pPr>
              <a:lnSpc>
                <a:spcPct val="90000"/>
              </a:lnSpc>
              <a:spcAft>
                <a:spcPts val="400"/>
              </a:spcAft>
            </a:pPr>
            <a:r>
              <a:rPr lang="en-US" sz="1200" noProof="1"/>
              <a:t>Developers manually copy AI prompt and instruction files from project to project, causing version drift and confusion.</a:t>
            </a:r>
          </a:p>
          <a:p>
            <a:pPr>
              <a:lnSpc>
                <a:spcPct val="90000"/>
              </a:lnSpc>
              <a:spcAft>
                <a:spcPts val="400"/>
              </a:spcAft>
            </a:pPr>
            <a:r>
              <a:rPr lang="en-US" sz="1200" noProof="1"/>
              <a:t>This manual process is error-prone, leading to outdated or conflicting instructions being used.</a:t>
            </a:r>
          </a:p>
          <a:p>
            <a:pPr>
              <a:lnSpc>
                <a:spcPct val="90000"/>
              </a:lnSpc>
              <a:spcAft>
                <a:spcPts val="400"/>
              </a:spcAft>
            </a:pPr>
            <a:r>
              <a:rPr lang="en-US" sz="1200" noProof="1"/>
              <a:t>Instruction files scattered across repositories and chat threads lack a single source of truth.</a:t>
            </a:r>
          </a:p>
          <a:p>
            <a:pPr>
              <a:lnSpc>
                <a:spcPct val="90000"/>
              </a:lnSpc>
              <a:spcAft>
                <a:spcPts val="400"/>
              </a:spcAft>
            </a:pPr>
            <a:r>
              <a:rPr lang="en-US" sz="1200" noProof="1"/>
              <a:t>The effort to locate, verify, and update instructions wastes valuable development time.</a:t>
            </a:r>
          </a:p>
          <a:p>
            <a:pPr>
              <a:lnSpc>
                <a:spcPct val="90000"/>
              </a:lnSpc>
              <a:spcAft>
                <a:spcPts val="400"/>
              </a:spcAft>
            </a:pPr>
            <a:r>
              <a:rPr lang="en-US" sz="1200" noProof="1"/>
              <a:t>Repeated copying creates friction and reduces developer productivity and satisfaction.</a:t>
            </a:r>
          </a:p>
        </p:txBody>
      </p:sp>
      <p:sp>
        <p:nvSpPr>
          <p:cNvPr id="6" name="Google Shape;10527;p9415">
            <a:extLst>
              <a:ext uri="{FF2B5EF4-FFF2-40B4-BE49-F238E27FC236}">
                <a16:creationId xmlns:a16="http://schemas.microsoft.com/office/drawing/2014/main" id="{83081BC9-1D7C-7E98-0E69-7CD64A1BCE86}"/>
              </a:ext>
            </a:extLst>
          </p:cNvPr>
          <p:cNvSpPr txBox="1"/>
          <p:nvPr>
            <p:custDataLst>
              <p:tags r:id="rId9"/>
            </p:custDataLst>
          </p:nvPr>
        </p:nvSpPr>
        <p:spPr>
          <a:xfrm>
            <a:off x="457197" y="4635500"/>
            <a:ext cx="1416243" cy="1765300"/>
          </a:xfrm>
          <a:prstGeom prst="rect">
            <a:avLst/>
          </a:prstGeom>
          <a:noFill/>
          <a:ln>
            <a:noFill/>
          </a:ln>
        </p:spPr>
        <p:txBody>
          <a:bodyPr spcFirstLastPara="1" wrap="square" lIns="0" tIns="45720" rIns="91440" bIns="45720" anchor="t" anchorCtr="0">
            <a:normAutofit/>
          </a:bodyPr>
          <a:lstStyle>
            <a:defPPr>
              <a:defRPr lang="en-US"/>
            </a:defPPr>
            <a:lvl1pPr>
              <a:buSzPts val="1100"/>
              <a:defRPr sz="1600">
                <a:solidFill>
                  <a:schemeClr val="accent1"/>
                </a:solidFill>
                <a:latin typeface="+mj-lt"/>
              </a:defRPr>
            </a:lvl1pPr>
          </a:lstStyle>
          <a:p>
            <a:pPr/>
            <a:r>
              <a:rPr lang="en-US" sz="1200" b="1" noProof="1"/>
              <a:t>Copy-Paste Instruction Files</a:t>
            </a:r>
          </a:p>
        </p:txBody>
      </p:sp>
      <p:sp>
        <p:nvSpPr>
          <p:cNvPr id="10" name="Text Placeholder 3">
            <a:extLst>
              <a:ext uri="{FF2B5EF4-FFF2-40B4-BE49-F238E27FC236}">
                <a16:creationId xmlns:a16="http://schemas.microsoft.com/office/drawing/2014/main" id="{1EB71780-8F6D-8824-ABD1-E3D8079D9FD7}"/>
              </a:ext>
            </a:extLst>
          </p:cNvPr>
          <p:cNvSpPr txBox="1">
            <a:spLocks/>
          </p:cNvSpPr>
          <p:nvPr>
            <p:custDataLst>
              <p:tags r:id="rId10"/>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Challenges</a:t>
            </a:r>
          </a:p>
        </p:txBody>
      </p:sp>
      <p:sp>
        <p:nvSpPr>
          <p:cNvPr id="12" name="Text Placeholder 4">
            <a:extLst>
              <a:ext uri="{FF2B5EF4-FFF2-40B4-BE49-F238E27FC236}">
                <a16:creationId xmlns:a16="http://schemas.microsoft.com/office/drawing/2014/main" id="{1982E8EB-FDC0-4C49-AE52-BDD7F15A579F}"/>
              </a:ext>
            </a:extLst>
          </p:cNvPr>
          <p:cNvSpPr txBox="1">
            <a:spLocks/>
          </p:cNvSpPr>
          <p:nvPr>
            <p:custDataLst>
              <p:tags r:id="rId11"/>
            </p:custDataLst>
          </p:nvPr>
        </p:nvSpPr>
        <p:spPr>
          <a:xfrm>
            <a:off x="8915400" y="457200"/>
            <a:ext cx="2819400" cy="5943600"/>
          </a:xfrm>
          <a:prstGeom prst="rect">
            <a:avLst/>
          </a:prstGeom>
          <a:solidFill>
            <a:schemeClr val="accent1"/>
          </a:solidFill>
        </p:spPr>
        <p:txBody>
          <a:bodyPr vert="horz" lIns="365760" tIns="91440" rIns="182880" bIns="9144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mn-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pPr>
            <a:r>
              <a:rPr lang="en-US" noProof="1">
                <a:solidFill>
                  <a:schemeClr val="bg1"/>
                </a:solidFill>
              </a:rPr>
              <a:t>Undocumented best practices create significant risks in knowledge retention, quality consistency, and developer efficiency. ARIA aims to centralize and automate these practices to eliminate friction and preserve institutional knowledge.</a:t>
            </a:r>
          </a:p>
        </p:txBody>
      </p:sp>
      <p:sp>
        <p:nvSpPr>
          <p:cNvPr id="14" name="Slide Number Placeholder 13">
            <a:extLst>
              <a:ext uri="{FF2B5EF4-FFF2-40B4-BE49-F238E27FC236}">
                <a16:creationId xmlns:a16="http://schemas.microsoft.com/office/drawing/2014/main" id="{682739A4-6502-A8EF-95F1-4828E5034D5F}"/>
              </a:ext>
            </a:extLst>
          </p:cNvPr>
          <p:cNvSpPr>
            <a:spLocks noGrp="1"/>
          </p:cNvSpPr>
          <p:nvPr>
            <p:ph type="sldNum" sz="quarter" idx="17"/>
          </p:nvPr>
        </p:nvSpPr>
        <p:spPr/>
        <p:txBody>
          <a:bodyPr/>
          <a:lstStyle/>
          <a:p>
            <a:fld id="{0122C274-3D99-4A24-ADE9-DD3F36DBA14D}" type="slidenum">
              <a:rPr lang="en-US" smtClean="0"/>
              <a:t>37</a:t>
            </a:fld>
            <a:endParaRPr lang="en-US"/>
          </a:p>
        </p:txBody>
      </p:sp>
      <p:sp>
        <p:nvSpPr>
          <p:cNvPr id="16" name="Rectangle 15">
            <a:extLst>
              <a:ext uri="{FF2B5EF4-FFF2-40B4-BE49-F238E27FC236}">
                <a16:creationId xmlns:a16="http://schemas.microsoft.com/office/drawing/2014/main" id="{80319F94-77AB-04DB-595F-116F057114E7}"/>
              </a:ext>
            </a:extLst>
          </p:cNvPr>
          <p:cNvSpPr>
            <a:spLocks noChangeAspect="1"/>
          </p:cNvSpPr>
          <p:nvPr>
            <p:custDataLst>
              <p:tags r:id="rId12"/>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4141841970"/>
      </p:ext>
    </p:extLst>
  </p:cSld>
  <p:clrMapOvr>
    <a:masterClrMapping/>
  </p:clrMapOvr>
</p:sld>
</file>

<file path=ppt/slides/slide7729.xml><?xml version="1.0" encoding="utf-8"?>
<p:sld xmlns:a16="http://schemas.microsoft.com/office/drawing/2014/main" xmlns:mc="http://schemas.openxmlformats.org/markup-compatibility/2006" xmlns:v="urn:schemas-microsoft-com:vml"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026EF-264B-29B2-B666-64D79C0E3A26}"/>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9CCBD78-0F20-DF70-4BC5-D0DEB1609A60}"/>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3" imgW="7772400" imgH="10058400" progId="TCLayout.ActiveDocument.1">
                  <p:embed/>
                </p:oleObj>
              </mc:Choice>
              <mc:Fallback>
                <p:oleObj name="think-cell Slide" r:id="rId13" imgW="7772400" imgH="10058400" progId="TCLayout.ActiveDocument.1">
                  <p:embed/>
                  <p:pic>
                    <p:nvPicPr>
                      <p:cNvPr id="9" name="think-cell data - do not delete" hidden="1">
                        <a:extLst>
                          <a:ext uri="{FF2B5EF4-FFF2-40B4-BE49-F238E27FC236}">
                            <a16:creationId xmlns:a16="http://schemas.microsoft.com/office/drawing/2014/main" id="{F9CCBD78-0F20-DF70-4BC5-D0DEB1609A60}"/>
                          </a:ext>
                        </a:extLst>
                      </p:cNvPr>
                      <p:cNvPicPr/>
                      <p:nvPr/>
                    </p:nvPicPr>
                    <p:blipFill>
                      <a:blip r:embed="R5d936fe3ca6c426c"/>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5FE27BC-7B75-F8BD-8210-56C51550B05E}"/>
              </a:ext>
            </a:extLst>
          </p:cNvPr>
          <p:cNvSpPr>
            <a:spLocks noGrp="1"/>
          </p:cNvSpPr>
          <p:nvPr>
            <p:ph type="title"/>
            <p:custDataLst>
              <p:tags r:id="rId3"/>
            </p:custDataLst>
          </p:nvPr>
        </p:nvSpPr>
        <p:spPr>
          <a:xfrm>
            <a:off x="457200" y="457200"/>
            <a:ext cx="7326630" cy="609600"/>
          </a:xfrm>
        </p:spPr>
        <p:txBody>
          <a:bodyPr vert="horz" lIns="0" tIns="91440" rIns="0" bIns="45720" rtlCol="0" anchor="ctr">
            <a:normAutofit/>
          </a:bodyPr>
          <a:lstStyle/>
          <a:p>
            <a:pPr/>
            <a:r>
              <a:rPr lang="en-US" noProof="1"/>
              <a:t>Agent Skills: Packaged Best Practices On Demand</a:t>
            </a:r>
          </a:p>
        </p:txBody>
      </p:sp>
      <p:sp>
        <p:nvSpPr>
          <p:cNvPr id="2" name="Google Shape;703;p114">
            <a:extLst>
              <a:ext uri="{FF2B5EF4-FFF2-40B4-BE49-F238E27FC236}">
                <a16:creationId xmlns:a16="http://schemas.microsoft.com/office/drawing/2014/main" id="{336E51DC-94B3-9F3F-2C6B-56007C6DB57F}"/>
              </a:ext>
            </a:extLst>
          </p:cNvPr>
          <p:cNvSpPr txBox="1"/>
          <p:nvPr>
            <p:custDataLst>
              <p:tags r:id="rId4"/>
            </p:custDataLst>
          </p:nvPr>
        </p:nvSpPr>
        <p:spPr>
          <a:xfrm>
            <a:off x="457200" y="1790700"/>
            <a:ext cx="7324344" cy="2882900"/>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100000"/>
              </a:lnSpc>
              <a:spcAft>
                <a:spcPts val="800"/>
              </a:spcAft>
              <a:buClrTx/>
              <a:buFont typeface="Arial" panose="020B0604020202020204" pitchFamily="34" charset="0"/>
              <a:buChar char="•"/>
              <a:defRPr sz="1400"/>
            </a:lvl1pPr>
          </a:lstStyle>
          <a:p>
            <a:pPr>
              <a:buClr>
                <a:schemeClr val="accent1"/>
              </a:buClr>
            </a:pPr>
            <a:r>
              <a:rPr lang="en-US" sz="1300" noProof="1"/>
              <a:t>Agent Skills are modular, self-contained packages that include API development standards, security checklists, coding conventions, and testing patterns.</a:t>
            </a:r>
          </a:p>
          <a:p>
            <a:pPr>
              <a:buClr>
                <a:schemeClr val="accent1"/>
              </a:buClr>
            </a:pPr>
            <a:r>
              <a:rPr lang="en-US" sz="1300" noProof="1"/>
              <a:t>ARIA dynamically loads the relevant Agent Skills based on the specific development task, eliminating the need for manual search or copying of instruction files.</a:t>
            </a:r>
          </a:p>
          <a:p>
            <a:pPr>
              <a:buClr>
                <a:schemeClr val="accent1"/>
              </a:buClr>
            </a:pPr>
            <a:r>
              <a:rPr lang="en-US" sz="1300" noProof="1"/>
              <a:t>Each Skill encapsulates best practices from C&amp;IB Digital’s collective expertise, ensuring code consistency and compliance with internal standards.</a:t>
            </a:r>
          </a:p>
          <a:p>
            <a:pPr>
              <a:buClr>
                <a:schemeClr val="accent1"/>
              </a:buClr>
            </a:pPr>
            <a:r>
              <a:rPr lang="en-US" sz="1300" noProof="1"/>
              <a:t>By automating the application of these Skills, ARIA reduces developer friction and accelerates project delivery while preserving institutional knowledge.</a:t>
            </a:r>
          </a:p>
        </p:txBody>
      </p:sp>
      <p:sp>
        <p:nvSpPr>
          <p:cNvPr id="7" name="Google Shape;10527;p9415">
            <a:extLst>
              <a:ext uri="{FF2B5EF4-FFF2-40B4-BE49-F238E27FC236}">
                <a16:creationId xmlns:a16="http://schemas.microsoft.com/office/drawing/2014/main" id="{D32F68F4-2632-0D40-8BA2-B4BD6D869569}"/>
              </a:ext>
            </a:extLst>
          </p:cNvPr>
          <p:cNvSpPr txBox="1"/>
          <p:nvPr>
            <p:custDataLst>
              <p:tags r:id="rId5"/>
            </p:custDataLst>
          </p:nvPr>
        </p:nvSpPr>
        <p:spPr>
          <a:xfrm>
            <a:off x="457200" y="1337437"/>
            <a:ext cx="7324344" cy="384048"/>
          </a:xfrm>
          <a:prstGeom prst="rect">
            <a:avLst/>
          </a:prstGeom>
          <a:noFill/>
          <a:ln>
            <a:noFill/>
          </a:ln>
        </p:spPr>
        <p:txBody>
          <a:bodyPr spcFirstLastPara="1" wrap="square" lIns="0" tIns="45720" rIns="45720" bIns="45720" anchor="ctr" anchorCtr="0">
            <a:normAutofit/>
          </a:bodyPr>
          <a:lstStyle/>
          <a:p>
            <a:pPr>
              <a:buSzPts val="1100"/>
            </a:pPr>
            <a:r>
              <a:rPr lang="en-US" sz="1400" b="1" noProof="1">
                <a:solidFill>
                  <a:schemeClr val="accent1"/>
                </a:solidFill>
                <a:latin typeface="+mj-lt"/>
              </a:rPr>
              <a:t>How ARIA Uses Agent Skills to Streamline Development</a:t>
            </a:r>
          </a:p>
        </p:txBody>
      </p:sp>
      <p:sp>
        <p:nvSpPr>
          <p:cNvPr id="12" name="Text Placeholder 4">
            <a:extLst>
              <a:ext uri="{FF2B5EF4-FFF2-40B4-BE49-F238E27FC236}">
                <a16:creationId xmlns:a16="http://schemas.microsoft.com/office/drawing/2014/main" id="{0492B3A4-CA92-51D7-BD34-76603D482A05}"/>
              </a:ext>
            </a:extLst>
          </p:cNvPr>
          <p:cNvSpPr txBox="1">
            <a:spLocks/>
          </p:cNvSpPr>
          <p:nvPr>
            <p:custDataLst>
              <p:tags r:id="rId6"/>
            </p:custDataLst>
          </p:nvPr>
        </p:nvSpPr>
        <p:spPr>
          <a:xfrm>
            <a:off x="457200" y="4812030"/>
            <a:ext cx="7324344" cy="1474470"/>
          </a:xfrm>
          <a:prstGeom prst="rect">
            <a:avLst/>
          </a:prstGeom>
          <a:solidFill>
            <a:schemeClr val="accent1"/>
          </a:solidFill>
        </p:spPr>
        <p:txBody>
          <a:bodyPr vert="horz" lIns="274320" tIns="91440" rIns="274320" bIns="9144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mn-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1300" noProof="1">
                <a:solidFill>
                  <a:schemeClr val="bg1"/>
                </a:solidFill>
              </a:rPr>
              <a:t>ARIA’s Agent Skills turn scattered best practices into modular, reusable packages loaded on demand, eliminating manual effort and boosting consistency. This ensures developers always access the latest standards, speeding development and reducing errors.</a:t>
            </a:r>
          </a:p>
        </p:txBody>
      </p:sp>
      <p:pic>
        <p:nvPicPr>
          <p:cNvPr id="4098" name="Picture 2" descr="image">
            <a:extLst>
              <a:ext uri="{FF2B5EF4-FFF2-40B4-BE49-F238E27FC236}">
                <a16:creationId xmlns:a16="http://schemas.microsoft.com/office/drawing/2014/main" id="{6FF8CA60-BAA1-48EA-0D23-9276E21E5554}"/>
              </a:ext>
            </a:extLst>
          </p:cNvPr>
          <p:cNvPicPr>
            <a:picLocks noChangeAspect="1" noChangeArrowheads="1"/>
          </p:cNvPicPr>
          <p:nvPr>
            <p:custDataLst>
              <p:tags r:id="rId7"/>
            </p:custDataLst>
          </p:nvPr>
        </p:nvPicPr>
        <p:blipFill rotWithShape="1">
          <a:blip r:embed="rId15" cstate="screen">
            <a:extLst>
              <a:ext uri="{28A0092B-C50C-407E-A947-70E740481C1C}">
                <a14:useLocalDpi xmlns:a14="http://schemas.microsoft.com/office/drawing/2010/main"/>
              </a:ext>
            </a:extLst>
          </a:blip>
          <a:srcRect l="7307" r="7307"/>
          <a:stretch/>
        </p:blipFill>
        <p:spPr bwMode="auto">
          <a:xfrm>
            <a:off x="7962899" y="342901"/>
            <a:ext cx="3771901" cy="5943599"/>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72890B2C-946C-AC0F-298B-87C69F881716}"/>
              </a:ext>
            </a:extLst>
          </p:cNvPr>
          <p:cNvSpPr txBox="1">
            <a:spLocks/>
          </p:cNvSpPr>
          <p:nvPr>
            <p:custDataLst>
              <p:tags r:id="rId8"/>
            </p:custDataLst>
          </p:nvPr>
        </p:nvSpPr>
        <p:spPr>
          <a:xfrm>
            <a:off x="457199" y="342900"/>
            <a:ext cx="7326630"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Architecture</a:t>
            </a:r>
          </a:p>
        </p:txBody>
      </p:sp>
      <p:sp>
        <p:nvSpPr>
          <p:cNvPr id="5" name="Slide Number Placeholder 4">
            <a:extLst>
              <a:ext uri="{FF2B5EF4-FFF2-40B4-BE49-F238E27FC236}">
                <a16:creationId xmlns:a16="http://schemas.microsoft.com/office/drawing/2014/main" id="{3ECD3690-DDD1-C8CD-BE49-68573EFC812A}"/>
              </a:ext>
            </a:extLst>
          </p:cNvPr>
          <p:cNvSpPr>
            <a:spLocks noGrp="1"/>
          </p:cNvSpPr>
          <p:nvPr>
            <p:ph type="sldNum" sz="quarter" idx="17"/>
          </p:nvPr>
        </p:nvSpPr>
        <p:spPr/>
        <p:txBody>
          <a:bodyPr/>
          <a:lstStyle/>
          <a:p>
            <a:fld id="{0122C274-3D99-4A24-ADE9-DD3F36DBA14D}" type="slidenum">
              <a:rPr lang="en-US" smtClean="0"/>
              <a:t>77</a:t>
            </a:fld>
            <a:endParaRPr lang="en-US"/>
          </a:p>
        </p:txBody>
      </p:sp>
      <p:sp>
        <p:nvSpPr>
          <p:cNvPr id="6" name="Rectangle 5">
            <a:extLst>
              <a:ext uri="{FF2B5EF4-FFF2-40B4-BE49-F238E27FC236}">
                <a16:creationId xmlns:a16="http://schemas.microsoft.com/office/drawing/2014/main" id="{D33BD97B-9DF0-2234-E692-0C572DD8D78D}"/>
              </a:ext>
            </a:extLst>
          </p:cNvPr>
          <p:cNvSpPr>
            <a:spLocks noChangeAspect="1"/>
          </p:cNvSpPr>
          <p:nvPr>
            <p:custDataLst>
              <p:tags r:id="rId9"/>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4276355203"/>
      </p:ext>
    </p:extLst>
  </p:cSld>
  <p:clrMapOvr>
    <a:masterClrMapping/>
  </p:clrMapOvr>
</p:sld>
</file>

<file path=ppt/slides/slide8326.xml><?xml version="1.0" encoding="utf-8"?>
<p:sld xmlns:a16="http://schemas.microsoft.com/office/drawing/2014/main" xmlns:mc="http://schemas.openxmlformats.org/markup-compatibility/2006" xmlns:v="urn:schemas-microsoft-com:vml"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DA747-0803-12CB-3535-9C81138B872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50EC6CE-ECFC-1CCD-4C39-1A8CF5228CCC}"/>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3" imgW="7772400" imgH="10058400" progId="TCLayout.ActiveDocument.1">
                  <p:embed/>
                </p:oleObj>
              </mc:Choice>
              <mc:Fallback>
                <p:oleObj name="think-cell Slide" r:id="rId13" imgW="7772400" imgH="10058400" progId="TCLayout.ActiveDocument.1">
                  <p:embed/>
                  <p:pic>
                    <p:nvPicPr>
                      <p:cNvPr id="9" name="think-cell data - do not delete" hidden="1">
                        <a:extLst>
                          <a:ext uri="{FF2B5EF4-FFF2-40B4-BE49-F238E27FC236}">
                            <a16:creationId xmlns:a16="http://schemas.microsoft.com/office/drawing/2014/main" id="{F50EC6CE-ECFC-1CCD-4C39-1A8CF5228CCC}"/>
                          </a:ext>
                        </a:extLst>
                      </p:cNvPr>
                      <p:cNvPicPr/>
                      <p:nvPr/>
                    </p:nvPicPr>
                    <p:blipFill>
                      <a:blip r:embed="rId1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F5B7D54-B678-0AA0-222D-1844CE09BF78}"/>
              </a:ext>
            </a:extLst>
          </p:cNvPr>
          <p:cNvSpPr>
            <a:spLocks noGrp="1"/>
          </p:cNvSpPr>
          <p:nvPr>
            <p:ph type="title"/>
            <p:custDataLst>
              <p:tags r:id="rId3"/>
            </p:custDataLst>
          </p:nvPr>
        </p:nvSpPr>
        <p:spPr/>
        <p:txBody>
          <a:bodyPr vert="horz" lIns="0" tIns="91440" rIns="0" bIns="45720" rtlCol="0" anchor="ctr">
            <a:normAutofit/>
          </a:bodyPr>
          <a:lstStyle/>
          <a:p>
            <a:pPr/>
            <a:r>
              <a:rPr lang="en-US" noProof="1"/>
              <a:t>Introducing ARIA: Artificial Intelligence Agent</a:t>
            </a:r>
          </a:p>
        </p:txBody>
      </p:sp>
      <p:sp>
        <p:nvSpPr>
          <p:cNvPr id="2" name="Google Shape;703;p114">
            <a:extLst>
              <a:ext uri="{FF2B5EF4-FFF2-40B4-BE49-F238E27FC236}">
                <a16:creationId xmlns:a16="http://schemas.microsoft.com/office/drawing/2014/main" id="{0311ECC4-1562-B713-3FFF-3635C63A0047}"/>
              </a:ext>
            </a:extLst>
          </p:cNvPr>
          <p:cNvSpPr txBox="1"/>
          <p:nvPr>
            <p:custDataLst>
              <p:tags r:id="rId4"/>
            </p:custDataLst>
          </p:nvPr>
        </p:nvSpPr>
        <p:spPr>
          <a:xfrm>
            <a:off x="7011083" y="1674622"/>
            <a:ext cx="4723716" cy="4599719"/>
          </a:xfrm>
          <a:prstGeom prst="rect">
            <a:avLst/>
          </a:prstGeom>
          <a:noFill/>
          <a:ln>
            <a:noFill/>
          </a:ln>
        </p:spPr>
        <p:txBody>
          <a:bodyPr spcFirstLastPara="1" wrap="square" lIns="182880" tIns="91440" rIns="91440" bIns="0" anchor="t" anchorCtr="0">
            <a:normAutofit/>
          </a:bodyPr>
          <a:lstStyle>
            <a:defPPr>
              <a:defRPr lang="en-US"/>
            </a:defPPr>
            <a:lvl1pPr marL="295275" indent="-230188">
              <a:lnSpc>
                <a:spcPct val="100000"/>
              </a:lnSpc>
              <a:spcAft>
                <a:spcPts val="800"/>
              </a:spcAft>
              <a:buClrTx/>
              <a:buFont typeface="Arial" panose="020B0604020202020204" pitchFamily="34" charset="0"/>
              <a:buChar char="•"/>
              <a:defRPr sz="1400"/>
            </a:lvl1pPr>
          </a:lstStyle>
          <a:p>
            <a:pPr>
              <a:buClr>
                <a:schemeClr val="accent1"/>
              </a:buClr>
            </a:pPr>
            <a:r>
              <a:rPr lang="en-US" noProof="1"/>
              <a:t>ARIA encapsulates C&amp;IB Digital’s people-skills and best practices into a smart, reusable AI agent accessible anytime.</a:t>
            </a:r>
          </a:p>
          <a:p>
            <a:pPr>
              <a:buClr>
                <a:schemeClr val="accent1"/>
              </a:buClr>
            </a:pPr>
            <a:r>
              <a:rPr lang="en-US" noProof="1"/>
              <a:t>It translates tacit knowledge—often confined to individuals or informal channels—into explicit, structured AI components.</a:t>
            </a:r>
          </a:p>
          <a:p>
            <a:pPr>
              <a:buClr>
                <a:schemeClr val="accent1"/>
              </a:buClr>
            </a:pPr>
            <a:r>
              <a:rPr lang="en-US" noProof="1"/>
              <a:t>ARIA is designed as an always-available assistant that developers can invoke directly within their workflows, reducing dependency on manual instructions.</a:t>
            </a:r>
          </a:p>
          <a:p>
            <a:pPr>
              <a:buClr>
                <a:schemeClr val="accent1"/>
              </a:buClr>
            </a:pPr>
            <a:r>
              <a:rPr lang="en-US" noProof="1"/>
              <a:t>By bundling best practices into modular AI 'Skills', ARIA ensures consistency, reduces errors, and accelerates project timelines.</a:t>
            </a:r>
          </a:p>
        </p:txBody>
      </p:sp>
      <p:sp>
        <p:nvSpPr>
          <p:cNvPr id="7" name="Google Shape;10527;p9415">
            <a:extLst>
              <a:ext uri="{FF2B5EF4-FFF2-40B4-BE49-F238E27FC236}">
                <a16:creationId xmlns:a16="http://schemas.microsoft.com/office/drawing/2014/main" id="{17F9A701-9DC9-A84F-359C-4A75CE9C226B}"/>
              </a:ext>
            </a:extLst>
          </p:cNvPr>
          <p:cNvSpPr txBox="1"/>
          <p:nvPr>
            <p:custDataLst>
              <p:tags r:id="rId5"/>
            </p:custDataLst>
          </p:nvPr>
        </p:nvSpPr>
        <p:spPr>
          <a:xfrm>
            <a:off x="7011083" y="1219200"/>
            <a:ext cx="4723716" cy="455422"/>
          </a:xfrm>
          <a:prstGeom prst="rect">
            <a:avLst/>
          </a:prstGeom>
          <a:noFill/>
          <a:ln>
            <a:noFill/>
          </a:ln>
        </p:spPr>
        <p:txBody>
          <a:bodyPr spcFirstLastPara="1" wrap="square" lIns="182880" tIns="45720" rIns="45720" bIns="45720" anchor="ctr" anchorCtr="0">
            <a:normAutofit/>
          </a:bodyPr>
          <a:lstStyle/>
          <a:p>
            <a:pPr>
              <a:buSzPts val="1100"/>
            </a:pPr>
            <a:r>
              <a:rPr lang="en-US" sz="1400" b="1" noProof="1">
                <a:solidFill>
                  <a:schemeClr val="accent1"/>
                </a:solidFill>
                <a:latin typeface="+mj-lt"/>
              </a:rPr>
              <a:t>ARIA: Codifying Expertise into AI</a:t>
            </a:r>
          </a:p>
        </p:txBody>
      </p:sp>
      <p:sp>
        <p:nvSpPr>
          <p:cNvPr id="5" name="Triangle 4">
            <a:extLst>
              <a:ext uri="{FF2B5EF4-FFF2-40B4-BE49-F238E27FC236}">
                <a16:creationId xmlns:a16="http://schemas.microsoft.com/office/drawing/2014/main" id="{1E2D2286-E3EE-46D9-C17B-34B13E8DAC47}"/>
              </a:ext>
            </a:extLst>
          </p:cNvPr>
          <p:cNvSpPr/>
          <p:nvPr/>
        </p:nvSpPr>
        <p:spPr>
          <a:xfrm rot="5400000">
            <a:off x="611422" y="5850636"/>
            <a:ext cx="182880" cy="10972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Text Placeholder 4">
            <a:extLst>
              <a:ext uri="{FF2B5EF4-FFF2-40B4-BE49-F238E27FC236}">
                <a16:creationId xmlns:a16="http://schemas.microsoft.com/office/drawing/2014/main" id="{4B4C4C45-1E9C-B59C-879F-47DF2F682C7C}"/>
              </a:ext>
            </a:extLst>
          </p:cNvPr>
          <p:cNvSpPr txBox="1">
            <a:spLocks/>
          </p:cNvSpPr>
          <p:nvPr>
            <p:custDataLst>
              <p:tags r:id="rId6"/>
            </p:custDataLst>
          </p:nvPr>
        </p:nvSpPr>
        <p:spPr>
          <a:xfrm>
            <a:off x="457200" y="1219201"/>
            <a:ext cx="2514600" cy="5055140"/>
          </a:xfrm>
          <a:prstGeom prst="rect">
            <a:avLst/>
          </a:prstGeom>
          <a:solidFill>
            <a:schemeClr val="accent1"/>
          </a:solidFill>
        </p:spPr>
        <p:txBody>
          <a:bodyPr vert="horz" lIns="365760" tIns="502920" rIns="274320" bIns="9144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mn-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1300" noProof="1">
                <a:solidFill>
                  <a:schemeClr val="bg1"/>
                </a:solidFill>
              </a:rPr>
              <a:t>ARIA transforms the tacit, fragmented best practices of C&amp;IB Digital into a centralized, AI-powered assistant that developers can access instantly. This on-demand AI agent ensures consistent application of standards and accelerates development by embedding expert knowledge directly into the workflow.</a:t>
            </a:r>
          </a:p>
        </p:txBody>
      </p:sp>
      <p:pic>
        <p:nvPicPr>
          <p:cNvPr id="4" name="Picture 2" descr="image">
            <a:extLst>
              <a:ext uri="{FF2B5EF4-FFF2-40B4-BE49-F238E27FC236}">
                <a16:creationId xmlns:a16="http://schemas.microsoft.com/office/drawing/2014/main" id="{B19F90CE-7D41-AA95-F2C5-2125664BD99A}"/>
              </a:ext>
            </a:extLst>
          </p:cNvPr>
          <p:cNvPicPr>
            <a:picLocks noChangeArrowheads="1"/>
          </p:cNvPicPr>
          <p:nvPr>
            <p:custDataLst>
              <p:tags r:id="rId7"/>
            </p:custDataLst>
          </p:nvPr>
        </p:nvPicPr>
        <p:blipFill rotWithShape="1">
          <a:blip r:embed="rId15" cstate="screen">
            <a:extLst>
              <a:ext uri="{28A0092B-C50C-407E-A947-70E740481C1C}">
                <a14:useLocalDpi xmlns:a14="http://schemas.microsoft.com/office/drawing/2010/main"/>
              </a:ext>
            </a:extLst>
          </a:blip>
          <a:srcRect t="742" b="742"/>
          <a:stretch/>
        </p:blipFill>
        <p:spPr bwMode="auto">
          <a:xfrm>
            <a:off x="3084543" y="1219200"/>
            <a:ext cx="3813797" cy="5055140"/>
          </a:xfrm>
          <a:prstGeom prst="rect">
            <a:avLst/>
          </a:prstGeom>
          <a:noFill/>
          <a:extLst>
            <a:ext uri="{909E8E84-426E-40DD-AFC4-6F175D3DCCD1}">
              <a14:hiddenFill xmlns:a14="http://schemas.microsoft.com/office/drawing/2010/main">
                <a:solidFill>
                  <a:srgbClr val="FFFFFF"/>
                </a:solidFill>
              </a14:hiddenFill>
            </a:ext>
          </a:extLst>
        </p:spPr>
      </p:pic>
      <p:sp>
        <p:nvSpPr>
          <p:cNvPr id="6" name="Triangle 5">
            <a:extLst>
              <a:ext uri="{FF2B5EF4-FFF2-40B4-BE49-F238E27FC236}">
                <a16:creationId xmlns:a16="http://schemas.microsoft.com/office/drawing/2014/main" id="{80DC06E1-C153-4B9C-8450-824BF427A09E}"/>
              </a:ext>
            </a:extLst>
          </p:cNvPr>
          <p:cNvSpPr/>
          <p:nvPr/>
        </p:nvSpPr>
        <p:spPr>
          <a:xfrm rot="5400000">
            <a:off x="611422" y="1519174"/>
            <a:ext cx="182880" cy="10972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1" name="Text Placeholder 3">
            <a:extLst>
              <a:ext uri="{FF2B5EF4-FFF2-40B4-BE49-F238E27FC236}">
                <a16:creationId xmlns:a16="http://schemas.microsoft.com/office/drawing/2014/main" id="{390D8209-4A2D-3A94-C4A3-983EC5274C88}"/>
              </a:ext>
            </a:extLst>
          </p:cNvPr>
          <p:cNvSpPr txBox="1">
            <a:spLocks/>
          </p:cNvSpPr>
          <p:nvPr>
            <p:custDataLst>
              <p:tags r:id="rId8"/>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Concept</a:t>
            </a:r>
          </a:p>
        </p:txBody>
      </p:sp>
      <p:sp>
        <p:nvSpPr>
          <p:cNvPr id="13" name="Slide Number Placeholder 12">
            <a:extLst>
              <a:ext uri="{FF2B5EF4-FFF2-40B4-BE49-F238E27FC236}">
                <a16:creationId xmlns:a16="http://schemas.microsoft.com/office/drawing/2014/main" id="{2C0663B5-D64C-E57D-9345-172C7EA55C8A}"/>
              </a:ext>
            </a:extLst>
          </p:cNvPr>
          <p:cNvSpPr>
            <a:spLocks noGrp="1"/>
          </p:cNvSpPr>
          <p:nvPr>
            <p:ph type="sldNum" sz="quarter" idx="17"/>
          </p:nvPr>
        </p:nvSpPr>
        <p:spPr/>
        <p:txBody>
          <a:bodyPr/>
          <a:lstStyle/>
          <a:p>
            <a:fld id="{0122C274-3D99-4A24-ADE9-DD3F36DBA14D}" type="slidenum">
              <a:rPr lang="en-US" smtClean="0"/>
              <a:t>83</a:t>
            </a:fld>
            <a:endParaRPr lang="en-US"/>
          </a:p>
        </p:txBody>
      </p:sp>
      <p:sp>
        <p:nvSpPr>
          <p:cNvPr id="14" name="Rectangle 13">
            <a:extLst>
              <a:ext uri="{FF2B5EF4-FFF2-40B4-BE49-F238E27FC236}">
                <a16:creationId xmlns:a16="http://schemas.microsoft.com/office/drawing/2014/main" id="{D5EBFDC2-036A-92D8-13E6-23979F0EC40E}"/>
              </a:ext>
            </a:extLst>
          </p:cNvPr>
          <p:cNvSpPr>
            <a:spLocks noChangeAspect="1"/>
          </p:cNvSpPr>
          <p:nvPr>
            <p:custDataLst>
              <p:tags r:id="rId9"/>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2235804838"/>
      </p:ext>
    </p:extLst>
  </p:cSld>
  <p:clrMapOvr>
    <a:masterClrMapping/>
  </p:clrMapOvr>
</p:sld>
</file>

<file path=ppt/slides/slide13528.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5322B-B04C-A613-C416-71087927A19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F1D894F-B009-FF92-049E-7EC72EDB1387}"/>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9" imgW="7772400" imgH="10058400" progId="TCLayout.ActiveDocument.1">
                  <p:embed/>
                </p:oleObj>
              </mc:Choice>
              <mc:Fallback>
                <p:oleObj name="think-cell Slide" r:id="rId19" imgW="7772400" imgH="10058400" progId="TCLayout.ActiveDocument.1">
                  <p:embed/>
                  <p:pic>
                    <p:nvPicPr>
                      <p:cNvPr id="5" name="think-cell data - do not delete" hidden="1">
                        <a:extLst>
                          <a:ext uri="{FF2B5EF4-FFF2-40B4-BE49-F238E27FC236}">
                            <a16:creationId xmlns:a16="http://schemas.microsoft.com/office/drawing/2014/main" id="{CF1D894F-B009-FF92-049E-7EC72EDB1387}"/>
                          </a:ext>
                        </a:extLst>
                      </p:cNvPr>
                      <p:cNvPicPr/>
                      <p:nvPr/>
                    </p:nvPicPr>
                    <p:blipFill>
                      <a:blip r:embed="rId20"/>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7B3102F-95D9-7BCF-6A12-B8428F992B41}"/>
              </a:ext>
            </a:extLst>
          </p:cNvPr>
          <p:cNvSpPr>
            <a:spLocks noGrp="1"/>
          </p:cNvSpPr>
          <p:nvPr>
            <p:ph type="title"/>
            <p:custDataLst>
              <p:tags r:id="rId3"/>
            </p:custDataLst>
          </p:nvPr>
        </p:nvSpPr>
        <p:spPr>
          <a:xfrm>
            <a:off x="457200" y="457200"/>
            <a:ext cx="11274552" cy="609600"/>
          </a:xfrm>
        </p:spPr>
        <p:txBody>
          <a:bodyPr vert="horz" lIns="0" tIns="91440" rIns="0" bIns="45720" rtlCol="0" anchor="ctr">
            <a:normAutofit/>
          </a:bodyPr>
          <a:lstStyle/>
          <a:p>
            <a:pPr/>
            <a:r>
              <a:rPr lang="en-US" noProof="1"/>
              <a:t>How ARIA Works: Agent Skills Today, Custom Agent Tomorrow</a:t>
            </a:r>
          </a:p>
        </p:txBody>
      </p:sp>
      <p:sp>
        <p:nvSpPr>
          <p:cNvPr id="13" name="Google Shape;1094;p142">
            <a:extLst>
              <a:ext uri="{FF2B5EF4-FFF2-40B4-BE49-F238E27FC236}">
                <a16:creationId xmlns:a16="http://schemas.microsoft.com/office/drawing/2014/main" id="{1E57CFC6-BFBE-6C56-8E59-2E232E61884E}"/>
              </a:ext>
            </a:extLst>
          </p:cNvPr>
          <p:cNvSpPr/>
          <p:nvPr/>
        </p:nvSpPr>
        <p:spPr>
          <a:xfrm rot="16200000">
            <a:off x="-704441" y="2755751"/>
            <a:ext cx="2707339" cy="384048"/>
          </a:xfrm>
          <a:prstGeom prst="rect">
            <a:avLst/>
          </a:prstGeom>
          <a:solidFill>
            <a:schemeClr val="bg2"/>
          </a:solidFill>
          <a:ln>
            <a:noFill/>
          </a:ln>
        </p:spPr>
        <p:txBody>
          <a:bodyPr spcFirstLastPara="1" wrap="square" lIns="18288" tIns="18288" rIns="18288" bIns="18288" anchor="ctr" anchorCtr="0">
            <a:noAutofit/>
          </a:bodyPr>
          <a:lstStyle/>
          <a:p>
            <a:pPr algn="ctr"/>
            <a:r>
              <a:rPr lang="en-US" sz="1200" b="1" noProof="1">
                <a:solidFill>
                  <a:schemeClr val="accent1"/>
                </a:solidFill>
                <a:latin typeface="+mj-lt"/>
                <a:ea typeface="Helvetica Neue Light"/>
                <a:cs typeface="Helvetica Neue Light"/>
                <a:sym typeface="Helvetica Neue Light"/>
              </a:rPr>
              <a:t>Key Activities</a:t>
            </a:r>
          </a:p>
        </p:txBody>
      </p:sp>
      <p:sp>
        <p:nvSpPr>
          <p:cNvPr id="15" name="Google Shape;1095;p142">
            <a:extLst>
              <a:ext uri="{FF2B5EF4-FFF2-40B4-BE49-F238E27FC236}">
                <a16:creationId xmlns:a16="http://schemas.microsoft.com/office/drawing/2014/main" id="{92E4B751-B752-8805-6E7C-A7512CD5664E}"/>
              </a:ext>
            </a:extLst>
          </p:cNvPr>
          <p:cNvSpPr/>
          <p:nvPr/>
        </p:nvSpPr>
        <p:spPr>
          <a:xfrm rot="16200000">
            <a:off x="76681" y="4759928"/>
            <a:ext cx="1145099" cy="384048"/>
          </a:xfrm>
          <a:prstGeom prst="rect">
            <a:avLst/>
          </a:prstGeom>
          <a:solidFill>
            <a:schemeClr val="bg2"/>
          </a:solidFill>
          <a:ln>
            <a:noFill/>
          </a:ln>
        </p:spPr>
        <p:txBody>
          <a:bodyPr spcFirstLastPara="1" wrap="square" lIns="18288" tIns="18288" rIns="18288" bIns="18288" anchor="ctr" anchorCtr="0">
            <a:noAutofit/>
          </a:bodyPr>
          <a:lstStyle/>
          <a:p>
            <a:pPr algn="ctr"/>
            <a:r>
              <a:rPr lang="en-US" sz="1200" b="1" noProof="1">
                <a:solidFill>
                  <a:schemeClr val="accent1"/>
                </a:solidFill>
                <a:latin typeface="+mj-lt"/>
                <a:ea typeface="Helvetica Neue Light"/>
                <a:cs typeface="Helvetica Neue Light"/>
                <a:sym typeface="Helvetica Neue Light"/>
              </a:rPr>
              <a:t>Deliverables</a:t>
            </a:r>
          </a:p>
        </p:txBody>
      </p:sp>
      <p:sp>
        <p:nvSpPr>
          <p:cNvPr id="6" name="Google Shape;703;p114">
            <a:extLst>
              <a:ext uri="{FF2B5EF4-FFF2-40B4-BE49-F238E27FC236}">
                <a16:creationId xmlns:a16="http://schemas.microsoft.com/office/drawing/2014/main" id="{02A2B235-B495-F730-5A91-B25B11F30423}"/>
              </a:ext>
            </a:extLst>
          </p:cNvPr>
          <p:cNvSpPr txBox="1"/>
          <p:nvPr>
            <p:custDataLst>
              <p:tags r:id="rId4"/>
            </p:custDataLst>
          </p:nvPr>
        </p:nvSpPr>
        <p:spPr>
          <a:xfrm>
            <a:off x="916651" y="1594105"/>
            <a:ext cx="3520959" cy="2707337"/>
          </a:xfrm>
          <a:prstGeom prst="rect">
            <a:avLst/>
          </a:prstGeom>
          <a:noFill/>
          <a:ln>
            <a:noFill/>
          </a:ln>
        </p:spPr>
        <p:txBody>
          <a:bodyPr spcFirstLastPara="1" wrap="square" lIns="91440" tIns="9144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a:spcAft>
                <a:spcPts val="400"/>
              </a:spcAft>
            </a:pPr>
            <a:r>
              <a:rPr lang="en-US" sz="1200" noProof="1"/>
              <a:t>ARIA loads specific Agent Skills dynamically based on the development task, ensuring relevant expertise is always available.</a:t>
            </a:r>
          </a:p>
          <a:p>
            <a:pPr>
              <a:spcAft>
                <a:spcPts val="400"/>
              </a:spcAft>
            </a:pPr>
            <a:r>
              <a:rPr lang="en-US" sz="1200" noProof="1"/>
              <a:t>These skills encapsulate best practices, coding standards, security checklists, and testing protocols.</a:t>
            </a:r>
          </a:p>
          <a:p>
            <a:pPr>
              <a:spcAft>
                <a:spcPts val="400"/>
              </a:spcAft>
            </a:pPr>
            <a:r>
              <a:rPr lang="en-US" sz="1200" noProof="1"/>
              <a:t>Developers no longer need to manually copy or search for instruction files between projects, reducing friction and errors.</a:t>
            </a:r>
          </a:p>
        </p:txBody>
      </p:sp>
      <p:sp>
        <p:nvSpPr>
          <p:cNvPr id="25" name="Google Shape;703;p114">
            <a:extLst>
              <a:ext uri="{FF2B5EF4-FFF2-40B4-BE49-F238E27FC236}">
                <a16:creationId xmlns:a16="http://schemas.microsoft.com/office/drawing/2014/main" id="{00A85ABC-F54F-C210-74DB-1E845A0B615B}"/>
              </a:ext>
            </a:extLst>
          </p:cNvPr>
          <p:cNvSpPr txBox="1"/>
          <p:nvPr>
            <p:custDataLst>
              <p:tags r:id="rId5"/>
            </p:custDataLst>
          </p:nvPr>
        </p:nvSpPr>
        <p:spPr>
          <a:xfrm>
            <a:off x="8224864" y="1594105"/>
            <a:ext cx="3520959" cy="2707337"/>
          </a:xfrm>
          <a:prstGeom prst="rect">
            <a:avLst/>
          </a:prstGeom>
          <a:noFill/>
          <a:ln>
            <a:noFill/>
          </a:ln>
        </p:spPr>
        <p:txBody>
          <a:bodyPr spcFirstLastPara="1" wrap="square" lIns="91440" tIns="9144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a:spcAft>
                <a:spcPts val="400"/>
              </a:spcAft>
            </a:pPr>
            <a:r>
              <a:rPr lang="en-US" sz="1200" noProof="1"/>
              <a:t>The final ARIA iteration will be a fully custom-built AI agent trained exclusively on C&amp;IB Digital knowledge and standards.</a:t>
            </a:r>
          </a:p>
          <a:p>
            <a:pPr>
              <a:spcAft>
                <a:spcPts val="400"/>
              </a:spcAft>
            </a:pPr>
            <a:r>
              <a:rPr lang="en-US" sz="1200" noProof="1"/>
              <a:t>It will operate autonomously to assist developers with complex tasks, code generation, and quality enforcement.</a:t>
            </a:r>
          </a:p>
          <a:p>
            <a:pPr>
              <a:spcAft>
                <a:spcPts val="400"/>
              </a:spcAft>
            </a:pPr>
            <a:r>
              <a:rPr lang="en-US" sz="1200" noProof="1"/>
              <a:t>This evolution will transform ARIA from a modular toolset into an indispensable AI development partner, driving speed, consistency, and scalability.</a:t>
            </a:r>
          </a:p>
        </p:txBody>
      </p:sp>
      <p:sp>
        <p:nvSpPr>
          <p:cNvPr id="32" name="Google Shape;703;p114">
            <a:extLst>
              <a:ext uri="{FF2B5EF4-FFF2-40B4-BE49-F238E27FC236}">
                <a16:creationId xmlns:a16="http://schemas.microsoft.com/office/drawing/2014/main" id="{F1516664-2475-F6A4-06C6-536133387A55}"/>
              </a:ext>
            </a:extLst>
          </p:cNvPr>
          <p:cNvSpPr txBox="1"/>
          <p:nvPr>
            <p:custDataLst>
              <p:tags r:id="rId6"/>
            </p:custDataLst>
          </p:nvPr>
        </p:nvSpPr>
        <p:spPr>
          <a:xfrm>
            <a:off x="4570758" y="1594105"/>
            <a:ext cx="3520959" cy="2707337"/>
          </a:xfrm>
          <a:prstGeom prst="rect">
            <a:avLst/>
          </a:prstGeom>
          <a:noFill/>
          <a:ln>
            <a:noFill/>
          </a:ln>
        </p:spPr>
        <p:txBody>
          <a:bodyPr spcFirstLastPara="1" wrap="square" lIns="91440" tIns="9144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a:spcAft>
                <a:spcPts val="400"/>
              </a:spcAft>
            </a:pPr>
            <a:r>
              <a:rPr lang="en-US" sz="1200" noProof="1"/>
              <a:t>Individual Agent Skills are gradually integrated into a unified custom ARIA agent tailored to C&amp;IB Digital’s specific workflows.</a:t>
            </a:r>
          </a:p>
          <a:p>
            <a:pPr>
              <a:spcAft>
                <a:spcPts val="400"/>
              </a:spcAft>
            </a:pPr>
            <a:r>
              <a:rPr lang="en-US" sz="1200" noProof="1"/>
              <a:t>This custom agent will be natively embedded within the development environment, providing a seamless developer experience.</a:t>
            </a:r>
          </a:p>
          <a:p>
            <a:pPr>
              <a:spcAft>
                <a:spcPts val="400"/>
              </a:spcAft>
            </a:pPr>
            <a:r>
              <a:rPr lang="en-US" sz="1200" noProof="1"/>
              <a:t>Continuous learning and adaptation mechanisms will enable ARIA to evolve with emerging best practices and project needs.</a:t>
            </a:r>
          </a:p>
        </p:txBody>
      </p:sp>
      <p:sp>
        <p:nvSpPr>
          <p:cNvPr id="16" name="Google Shape;703;p114">
            <a:extLst>
              <a:ext uri="{FF2B5EF4-FFF2-40B4-BE49-F238E27FC236}">
                <a16:creationId xmlns:a16="http://schemas.microsoft.com/office/drawing/2014/main" id="{FFA70E5F-7754-D3AF-A3FB-78D843DC18E0}"/>
              </a:ext>
            </a:extLst>
          </p:cNvPr>
          <p:cNvSpPr txBox="1"/>
          <p:nvPr>
            <p:custDataLst>
              <p:tags r:id="rId7"/>
            </p:custDataLst>
          </p:nvPr>
        </p:nvSpPr>
        <p:spPr>
          <a:xfrm>
            <a:off x="916651" y="4379402"/>
            <a:ext cx="3520959" cy="1145099"/>
          </a:xfrm>
          <a:prstGeom prst="rect">
            <a:avLst/>
          </a:prstGeom>
          <a:noFill/>
          <a:ln>
            <a:noFill/>
          </a:ln>
        </p:spPr>
        <p:txBody>
          <a:bodyPr spcFirstLastPara="1" wrap="square" lIns="9144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a:spcAft>
                <a:spcPts val="0"/>
              </a:spcAft>
              <a:buClrTx/>
            </a:pPr>
            <a:r>
              <a:rPr lang="en-US" sz="1200" noProof="1">
                <a:solidFill>
                  <a:schemeClr val="tx2"/>
                </a:solidFill>
              </a:rPr>
              <a:t>Packaged instruction sets</a:t>
            </a:r>
          </a:p>
          <a:p>
            <a:pPr>
              <a:spcAft>
                <a:spcPts val="0"/>
              </a:spcAft>
              <a:buClrTx/>
            </a:pPr>
            <a:r>
              <a:rPr lang="en-US" sz="1200" noProof="1">
                <a:solidFill>
                  <a:schemeClr val="tx2"/>
                </a:solidFill>
              </a:rPr>
              <a:t>Reusable templates</a:t>
            </a:r>
          </a:p>
          <a:p>
            <a:pPr>
              <a:spcAft>
                <a:spcPts val="0"/>
              </a:spcAft>
              <a:buClrTx/>
            </a:pPr>
            <a:r>
              <a:rPr lang="en-US" sz="1200" noProof="1">
                <a:solidFill>
                  <a:schemeClr val="tx2"/>
                </a:solidFill>
              </a:rPr>
              <a:t>Standardized coding practices</a:t>
            </a:r>
          </a:p>
        </p:txBody>
      </p:sp>
      <p:sp>
        <p:nvSpPr>
          <p:cNvPr id="17" name="Google Shape;703;p114">
            <a:extLst>
              <a:ext uri="{FF2B5EF4-FFF2-40B4-BE49-F238E27FC236}">
                <a16:creationId xmlns:a16="http://schemas.microsoft.com/office/drawing/2014/main" id="{D89BD2B2-916F-1F83-15E5-5BF86FB19F6C}"/>
              </a:ext>
            </a:extLst>
          </p:cNvPr>
          <p:cNvSpPr txBox="1"/>
          <p:nvPr>
            <p:custDataLst>
              <p:tags r:id="rId8"/>
            </p:custDataLst>
          </p:nvPr>
        </p:nvSpPr>
        <p:spPr>
          <a:xfrm>
            <a:off x="8224864" y="4379402"/>
            <a:ext cx="3520959" cy="1145099"/>
          </a:xfrm>
          <a:prstGeom prst="rect">
            <a:avLst/>
          </a:prstGeom>
          <a:noFill/>
          <a:ln>
            <a:noFill/>
          </a:ln>
        </p:spPr>
        <p:txBody>
          <a:bodyPr spcFirstLastPara="1" wrap="square" lIns="9144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a:spcAft>
                <a:spcPts val="0"/>
              </a:spcAft>
              <a:buClrTx/>
            </a:pPr>
            <a:r>
              <a:rPr lang="en-US" sz="1200" noProof="1">
                <a:solidFill>
                  <a:schemeClr val="tx2"/>
                </a:solidFill>
              </a:rPr>
              <a:t>Complete custom ARIA agent</a:t>
            </a:r>
          </a:p>
          <a:p>
            <a:pPr>
              <a:spcAft>
                <a:spcPts val="0"/>
              </a:spcAft>
              <a:buClrTx/>
            </a:pPr>
            <a:r>
              <a:rPr lang="en-US" sz="1200" noProof="1">
                <a:solidFill>
                  <a:schemeClr val="tx2"/>
                </a:solidFill>
              </a:rPr>
              <a:t>Deep integration with tools</a:t>
            </a:r>
          </a:p>
          <a:p>
            <a:pPr>
              <a:spcAft>
                <a:spcPts val="0"/>
              </a:spcAft>
              <a:buClrTx/>
            </a:pPr>
            <a:r>
              <a:rPr lang="en-US" sz="1200" noProof="1">
                <a:solidFill>
                  <a:schemeClr val="tx2"/>
                </a:solidFill>
              </a:rPr>
              <a:t>Autonomous development support</a:t>
            </a:r>
          </a:p>
        </p:txBody>
      </p:sp>
      <p:sp>
        <p:nvSpPr>
          <p:cNvPr id="18" name="Google Shape;703;p114">
            <a:extLst>
              <a:ext uri="{FF2B5EF4-FFF2-40B4-BE49-F238E27FC236}">
                <a16:creationId xmlns:a16="http://schemas.microsoft.com/office/drawing/2014/main" id="{8F71669E-207D-73F8-F80A-D8C1FB98F591}"/>
              </a:ext>
            </a:extLst>
          </p:cNvPr>
          <p:cNvSpPr txBox="1"/>
          <p:nvPr>
            <p:custDataLst>
              <p:tags r:id="rId9"/>
            </p:custDataLst>
          </p:nvPr>
        </p:nvSpPr>
        <p:spPr>
          <a:xfrm>
            <a:off x="4570758" y="4379402"/>
            <a:ext cx="3520959" cy="1145099"/>
          </a:xfrm>
          <a:prstGeom prst="rect">
            <a:avLst/>
          </a:prstGeom>
          <a:noFill/>
          <a:ln>
            <a:noFill/>
          </a:ln>
        </p:spPr>
        <p:txBody>
          <a:bodyPr spcFirstLastPara="1" wrap="square" lIns="9144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a:spcAft>
                <a:spcPts val="0"/>
              </a:spcAft>
              <a:buClrTx/>
            </a:pPr>
            <a:r>
              <a:rPr lang="en-US" sz="1200" noProof="1">
                <a:solidFill>
                  <a:schemeClr val="tx2"/>
                </a:solidFill>
              </a:rPr>
              <a:t>Skill consolidation</a:t>
            </a:r>
          </a:p>
          <a:p>
            <a:pPr>
              <a:spcAft>
                <a:spcPts val="0"/>
              </a:spcAft>
              <a:buClrTx/>
            </a:pPr>
            <a:r>
              <a:rPr lang="en-US" sz="1200" noProof="1">
                <a:solidFill>
                  <a:schemeClr val="tx2"/>
                </a:solidFill>
              </a:rPr>
              <a:t>Custom agent prototype</a:t>
            </a:r>
          </a:p>
          <a:p>
            <a:pPr>
              <a:spcAft>
                <a:spcPts val="0"/>
              </a:spcAft>
              <a:buClrTx/>
            </a:pPr>
            <a:r>
              <a:rPr lang="en-US" sz="1200" noProof="1">
                <a:solidFill>
                  <a:schemeClr val="tx2"/>
                </a:solidFill>
              </a:rPr>
              <a:t>Enhanced interaction capabilities</a:t>
            </a:r>
          </a:p>
        </p:txBody>
      </p:sp>
      <p:sp>
        <p:nvSpPr>
          <p:cNvPr id="34" name="Google Shape;10527;p9415">
            <a:extLst>
              <a:ext uri="{FF2B5EF4-FFF2-40B4-BE49-F238E27FC236}">
                <a16:creationId xmlns:a16="http://schemas.microsoft.com/office/drawing/2014/main" id="{8B7B1C29-B98A-2C1E-BE50-551A22C26D4B}"/>
              </a:ext>
            </a:extLst>
          </p:cNvPr>
          <p:cNvSpPr txBox="1"/>
          <p:nvPr>
            <p:custDataLst>
              <p:tags r:id="rId10"/>
            </p:custDataLst>
          </p:nvPr>
        </p:nvSpPr>
        <p:spPr>
          <a:xfrm>
            <a:off x="4565231" y="1219200"/>
            <a:ext cx="3714190" cy="374904"/>
          </a:xfrm>
          <a:prstGeom prst="chevron">
            <a:avLst/>
          </a:prstGeom>
          <a:solidFill>
            <a:schemeClr val="accent1"/>
          </a:solidFill>
          <a:ln>
            <a:noFill/>
          </a:ln>
        </p:spPr>
        <p:txBody>
          <a:bodyPr spcFirstLastPara="1" wrap="square" lIns="91440" tIns="45720" rIns="45720" bIns="45720" anchor="ctr" anchorCtr="0">
            <a:normAutofit/>
          </a:bodyPr>
          <a:lstStyle/>
          <a:p>
            <a:pPr>
              <a:buSzPts val="1100"/>
            </a:pPr>
            <a:r>
              <a:rPr lang="en-US" sz="1200" b="1" noProof="1">
                <a:solidFill>
                  <a:schemeClr val="bg1"/>
                </a:solidFill>
                <a:latin typeface="+mj-lt"/>
              </a:rPr>
              <a:t>Phase 2: Integration and Evolution</a:t>
            </a:r>
          </a:p>
        </p:txBody>
      </p:sp>
      <p:sp>
        <p:nvSpPr>
          <p:cNvPr id="14" name="Google Shape;10527;p9415">
            <a:extLst>
              <a:ext uri="{FF2B5EF4-FFF2-40B4-BE49-F238E27FC236}">
                <a16:creationId xmlns:a16="http://schemas.microsoft.com/office/drawing/2014/main" id="{2F48F204-7ECF-14BD-4BAC-2C4AF5D3CC7E}"/>
              </a:ext>
            </a:extLst>
          </p:cNvPr>
          <p:cNvSpPr txBox="1"/>
          <p:nvPr>
            <p:custDataLst>
              <p:tags r:id="rId11"/>
            </p:custDataLst>
          </p:nvPr>
        </p:nvSpPr>
        <p:spPr>
          <a:xfrm>
            <a:off x="916658" y="1219200"/>
            <a:ext cx="3714190" cy="374904"/>
          </a:xfrm>
          <a:prstGeom prst="homePlate">
            <a:avLst/>
          </a:prstGeom>
          <a:solidFill>
            <a:schemeClr val="accent1"/>
          </a:solidFill>
          <a:ln>
            <a:noFill/>
          </a:ln>
        </p:spPr>
        <p:txBody>
          <a:bodyPr spcFirstLastPara="1" wrap="square" lIns="137160" tIns="45720" rIns="45720" bIns="45720" anchor="ctr" anchorCtr="0">
            <a:normAutofit/>
          </a:bodyPr>
          <a:lstStyle/>
          <a:p>
            <a:pPr>
              <a:buSzPts val="1100"/>
            </a:pPr>
            <a:r>
              <a:rPr lang="en-US" sz="1200" b="1" noProof="1">
                <a:solidFill>
                  <a:schemeClr val="bg1"/>
                </a:solidFill>
                <a:latin typeface="+mj-lt"/>
              </a:rPr>
              <a:t>Phase 1: Agent Skills - Modular and On Demand</a:t>
            </a:r>
          </a:p>
        </p:txBody>
      </p:sp>
      <p:sp>
        <p:nvSpPr>
          <p:cNvPr id="29" name="Google Shape;10527;p9415">
            <a:extLst>
              <a:ext uri="{FF2B5EF4-FFF2-40B4-BE49-F238E27FC236}">
                <a16:creationId xmlns:a16="http://schemas.microsoft.com/office/drawing/2014/main" id="{DB53869C-6F35-8D2C-CA2B-17CF7133CDEE}"/>
              </a:ext>
            </a:extLst>
          </p:cNvPr>
          <p:cNvSpPr txBox="1"/>
          <p:nvPr>
            <p:custDataLst>
              <p:tags r:id="rId12"/>
            </p:custDataLst>
          </p:nvPr>
        </p:nvSpPr>
        <p:spPr>
          <a:xfrm>
            <a:off x="8213803" y="1219200"/>
            <a:ext cx="3726559" cy="374904"/>
          </a:xfrm>
          <a:prstGeom prst="chevron">
            <a:avLst/>
          </a:prstGeom>
          <a:solidFill>
            <a:schemeClr val="accent1"/>
          </a:solidFill>
          <a:ln>
            <a:noFill/>
          </a:ln>
        </p:spPr>
        <p:txBody>
          <a:bodyPr spcFirstLastPara="1" wrap="square" lIns="91440" tIns="45720" rIns="45720" bIns="45720" anchor="ctr" anchorCtr="0">
            <a:normAutofit/>
          </a:bodyPr>
          <a:lstStyle/>
          <a:p>
            <a:pPr>
              <a:buSzPts val="1100"/>
            </a:pPr>
            <a:r>
              <a:rPr lang="en-US" sz="1200" b="1" noProof="1">
                <a:solidFill>
                  <a:schemeClr val="bg1"/>
                </a:solidFill>
                <a:latin typeface="+mj-lt"/>
              </a:rPr>
              <a:t>Phase 3: Fully Custom AI Agent</a:t>
            </a:r>
          </a:p>
        </p:txBody>
      </p:sp>
      <p:sp>
        <p:nvSpPr>
          <p:cNvPr id="4" name="Text Placeholder 3">
            <a:extLst>
              <a:ext uri="{FF2B5EF4-FFF2-40B4-BE49-F238E27FC236}">
                <a16:creationId xmlns:a16="http://schemas.microsoft.com/office/drawing/2014/main" id="{B5FC4832-1896-BD98-435E-B11E4D28BC03}"/>
              </a:ext>
            </a:extLst>
          </p:cNvPr>
          <p:cNvSpPr txBox="1">
            <a:spLocks/>
          </p:cNvSpPr>
          <p:nvPr>
            <p:custDataLst>
              <p:tags r:id="rId13"/>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Architecture</a:t>
            </a:r>
          </a:p>
        </p:txBody>
      </p:sp>
      <p:cxnSp>
        <p:nvCxnSpPr>
          <p:cNvPr id="9" name="Google Shape;559;p88">
            <a:extLst>
              <a:ext uri="{FF2B5EF4-FFF2-40B4-BE49-F238E27FC236}">
                <a16:creationId xmlns:a16="http://schemas.microsoft.com/office/drawing/2014/main" id="{26977A9A-DDE7-9EF8-B804-FEF7416F8BE5}"/>
              </a:ext>
            </a:extLst>
          </p:cNvPr>
          <p:cNvCxnSpPr>
            <a:cxnSpLocks/>
          </p:cNvCxnSpPr>
          <p:nvPr/>
        </p:nvCxnSpPr>
        <p:spPr>
          <a:xfrm>
            <a:off x="460377" y="5602461"/>
            <a:ext cx="11274423" cy="0"/>
          </a:xfrm>
          <a:prstGeom prst="straightConnector1">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989042C2-3147-A814-B426-0B5E08657028}"/>
              </a:ext>
            </a:extLst>
          </p:cNvPr>
          <p:cNvSpPr txBox="1">
            <a:spLocks/>
          </p:cNvSpPr>
          <p:nvPr>
            <p:custDataLst>
              <p:tags r:id="rId14"/>
            </p:custDataLst>
          </p:nvPr>
        </p:nvSpPr>
        <p:spPr>
          <a:xfrm>
            <a:off x="702652" y="5606771"/>
            <a:ext cx="11032148" cy="679729"/>
          </a:xfrm>
          <a:prstGeom prst="rect">
            <a:avLst/>
          </a:prstGeom>
          <a:noFill/>
        </p:spPr>
        <p:txBody>
          <a:bodyPr vert="horz" lIns="45720" tIns="45720" rIns="91440" bIns="45720" rtlCol="0" anchor="ctr">
            <a:normAutofit/>
          </a:bodyPr>
          <a:lstStyle>
            <a:defPPr>
              <a:defRPr lang="en-US"/>
            </a:defPPr>
            <a:lvl1pPr indent="0">
              <a:lnSpc>
                <a:spcPct val="114000"/>
              </a:lnSpc>
              <a:spcBef>
                <a:spcPts val="1000"/>
              </a:spcBef>
              <a:buFont typeface="Arial" panose="020B0604020202020204" pitchFamily="34" charset="0"/>
              <a:buNone/>
              <a:defRPr sz="1200">
                <a:solidFill>
                  <a:schemeClr val="accent1"/>
                </a:solidFill>
                <a:cs typeface="Arial" panose="020B0604020202020204" pitchFamily="34" charset="0"/>
              </a:defRPr>
            </a:lvl1pPr>
            <a:lvl2pPr indent="0">
              <a:lnSpc>
                <a:spcPct val="90000"/>
              </a:lnSpc>
              <a:spcBef>
                <a:spcPts val="500"/>
              </a:spcBef>
              <a:buFont typeface="Arial" panose="020B0604020202020204" pitchFamily="34" charset="0"/>
              <a:buNone/>
              <a:defRPr sz="1200">
                <a:cs typeface="Arial" panose="020B0604020202020204" pitchFamily="34" charset="0"/>
              </a:defRPr>
            </a:lvl2pPr>
            <a:lvl3pPr marL="1143000" indent="-228600">
              <a:lnSpc>
                <a:spcPct val="90000"/>
              </a:lnSpc>
              <a:spcBef>
                <a:spcPts val="500"/>
              </a:spcBef>
              <a:buFont typeface="Arial" panose="020B0604020202020204" pitchFamily="34" charset="0"/>
              <a:buChar char="•"/>
              <a:defRPr sz="1200">
                <a:cs typeface="Arial" panose="020B0604020202020204" pitchFamily="34" charset="0"/>
              </a:defRPr>
            </a:lvl3pPr>
            <a:lvl4pPr marL="1600200" indent="-228600">
              <a:lnSpc>
                <a:spcPct val="90000"/>
              </a:lnSpc>
              <a:spcBef>
                <a:spcPts val="500"/>
              </a:spcBef>
              <a:buFont typeface="Arial" panose="020B0604020202020204" pitchFamily="34" charset="0"/>
              <a:buChar char="•"/>
              <a:defRPr sz="1200">
                <a:cs typeface="Arial" panose="020B0604020202020204" pitchFamily="34" charset="0"/>
              </a:defRPr>
            </a:lvl4pPr>
            <a:lvl5pPr marL="2057400" indent="-228600">
              <a:lnSpc>
                <a:spcPct val="90000"/>
              </a:lnSpc>
              <a:spcBef>
                <a:spcPts val="500"/>
              </a:spcBef>
              <a:buFont typeface="Arial" panose="020B0604020202020204" pitchFamily="34" charset="0"/>
              <a:buChar char="•"/>
              <a:defRPr sz="120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r>
              <a:rPr lang="en-US" noProof="1"/>
              <a:t>ARIA starts by leveraging modular Agent Skills—self-contained, on-demand packages of instructions and standards that eliminate manual file copying. Over time, these skills will be integrated into a fully custom ARIA agent embedded natively in the C&amp;IB Digital environment, providing seamless, intelligent development assistance.</a:t>
            </a:r>
          </a:p>
        </p:txBody>
      </p:sp>
      <p:sp>
        <p:nvSpPr>
          <p:cNvPr id="12" name="Triangle 11">
            <a:extLst>
              <a:ext uri="{FF2B5EF4-FFF2-40B4-BE49-F238E27FC236}">
                <a16:creationId xmlns:a16="http://schemas.microsoft.com/office/drawing/2014/main" id="{CA61714B-6117-1E13-9932-A2C0DDA67205}"/>
              </a:ext>
            </a:extLst>
          </p:cNvPr>
          <p:cNvSpPr/>
          <p:nvPr/>
        </p:nvSpPr>
        <p:spPr>
          <a:xfrm rot="5400000">
            <a:off x="433622" y="5891771"/>
            <a:ext cx="182880" cy="109728"/>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0" name="Slide Number Placeholder 19">
            <a:extLst>
              <a:ext uri="{FF2B5EF4-FFF2-40B4-BE49-F238E27FC236}">
                <a16:creationId xmlns:a16="http://schemas.microsoft.com/office/drawing/2014/main" id="{D4F5BC7E-0A48-68C0-D1FE-6BF8807B1A17}"/>
              </a:ext>
            </a:extLst>
          </p:cNvPr>
          <p:cNvSpPr>
            <a:spLocks noGrp="1"/>
          </p:cNvSpPr>
          <p:nvPr>
            <p:ph type="sldNum" sz="quarter" idx="17"/>
          </p:nvPr>
        </p:nvSpPr>
        <p:spPr/>
        <p:txBody>
          <a:bodyPr/>
          <a:lstStyle/>
          <a:p>
            <a:fld id="{0122C274-3D99-4A24-ADE9-DD3F36DBA14D}" type="slidenum">
              <a:rPr lang="en-US" smtClean="0"/>
              <a:t>135</a:t>
            </a:fld>
            <a:endParaRPr lang="en-US"/>
          </a:p>
        </p:txBody>
      </p:sp>
      <p:sp>
        <p:nvSpPr>
          <p:cNvPr id="24" name="Rectangle 23">
            <a:extLst>
              <a:ext uri="{FF2B5EF4-FFF2-40B4-BE49-F238E27FC236}">
                <a16:creationId xmlns:a16="http://schemas.microsoft.com/office/drawing/2014/main" id="{BAC83F1B-957E-EEC9-3923-BCF0CAF64EF8}"/>
              </a:ext>
            </a:extLst>
          </p:cNvPr>
          <p:cNvSpPr>
            <a:spLocks noChangeAspect="1"/>
          </p:cNvSpPr>
          <p:nvPr>
            <p:custDataLst>
              <p:tags r:id="rId15"/>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2100562772"/>
      </p:ext>
    </p:extLst>
  </p:cSld>
  <p:clrMapOvr>
    <a:masterClrMapping/>
  </p:clrMapOvr>
</p:sld>
</file>

<file path=ppt/slides/slide16127.xml><?xml version="1.0" encoding="utf-8"?>
<p:sld xmlns:a16="http://schemas.microsoft.com/office/drawing/2014/main" xmlns:mc="http://schemas.openxmlformats.org/markup-compatibility/2006" xmlns:v="urn:schemas-microsoft-com:vml"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B760B-FEE5-EB1B-799D-E3EFFF16EA1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3326CB5-3891-3288-2861-C05F4063602A}"/>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7" imgW="7772400" imgH="10058400" progId="TCLayout.ActiveDocument.1">
                  <p:embed/>
                </p:oleObj>
              </mc:Choice>
              <mc:Fallback>
                <p:oleObj name="think-cell Slide" r:id="rId17" imgW="7772400" imgH="10058400" progId="TCLayout.ActiveDocument.1">
                  <p:embed/>
                  <p:pic>
                    <p:nvPicPr>
                      <p:cNvPr id="6" name="think-cell data - do not delete" hidden="1">
                        <a:extLst>
                          <a:ext uri="{FF2B5EF4-FFF2-40B4-BE49-F238E27FC236}">
                            <a16:creationId xmlns:a16="http://schemas.microsoft.com/office/drawing/2014/main" id="{B3326CB5-3891-3288-2861-C05F4063602A}"/>
                          </a:ext>
                        </a:extLst>
                      </p:cNvPr>
                      <p:cNvPicPr/>
                      <p:nvPr/>
                    </p:nvPicPr>
                    <p:blipFill>
                      <a:blip r:embed="rId18"/>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938B35B-4EDB-3827-4AB7-E614F9D7129C}"/>
              </a:ext>
            </a:extLst>
          </p:cNvPr>
          <p:cNvSpPr>
            <a:spLocks noGrp="1"/>
          </p:cNvSpPr>
          <p:nvPr>
            <p:ph type="title"/>
            <p:custDataLst>
              <p:tags r:id="rId3"/>
            </p:custDataLst>
          </p:nvPr>
        </p:nvSpPr>
        <p:spPr/>
        <p:txBody>
          <a:bodyPr vert="horz" lIns="0" tIns="91440" rIns="0" bIns="45720" rtlCol="0" anchor="ctr">
            <a:normAutofit/>
          </a:bodyPr>
          <a:lstStyle/>
          <a:p>
            <a:pPr/>
            <a:r>
              <a:rPr lang="en-US" noProof="1"/>
              <a:t>From Scattered Files to a Shared Intelligence Layer</a:t>
            </a:r>
          </a:p>
        </p:txBody>
      </p:sp>
      <p:pic>
        <p:nvPicPr>
          <p:cNvPr id="11" name="Picture 10" descr="image_0">
            <a:extLst>
              <a:ext uri="{FF2B5EF4-FFF2-40B4-BE49-F238E27FC236}">
                <a16:creationId xmlns:a16="http://schemas.microsoft.com/office/drawing/2014/main" id="{B0DF89ED-30F1-320C-C197-3019AF78A2D2}"/>
              </a:ext>
            </a:extLst>
          </p:cNvPr>
          <p:cNvPicPr>
            <a:picLocks noChangeAspect="1" noChangeArrowheads="1"/>
          </p:cNvPicPr>
          <p:nvPr>
            <p:custDataLst>
              <p:tags r:id="rId4"/>
            </p:custDataLst>
          </p:nvPr>
        </p:nvPicPr>
        <p:blipFill rotWithShape="1">
          <a:blip r:embed="rId19" cstate="screen">
            <a:extLst>
              <a:ext uri="{28A0092B-C50C-407E-A947-70E740481C1C}">
                <a14:useLocalDpi xmlns:a14="http://schemas.microsoft.com/office/drawing/2010/main"/>
              </a:ext>
            </a:extLst>
          </a:blip>
          <a:srcRect l="7206" r="7206"/>
          <a:stretch>
            <a:fillRect/>
          </a:stretch>
        </p:blipFill>
        <p:spPr bwMode="auto">
          <a:xfrm>
            <a:off x="465197" y="1104899"/>
            <a:ext cx="2811403" cy="4419601"/>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703;p114">
            <a:extLst>
              <a:ext uri="{FF2B5EF4-FFF2-40B4-BE49-F238E27FC236}">
                <a16:creationId xmlns:a16="http://schemas.microsoft.com/office/drawing/2014/main" id="{CE7C29B0-D02D-49AA-2117-E651A2988D62}"/>
              </a:ext>
            </a:extLst>
          </p:cNvPr>
          <p:cNvSpPr txBox="1"/>
          <p:nvPr>
            <p:custDataLst>
              <p:tags r:id="rId5"/>
            </p:custDataLst>
          </p:nvPr>
        </p:nvSpPr>
        <p:spPr>
          <a:xfrm>
            <a:off x="4575731" y="1104900"/>
            <a:ext cx="7163891" cy="1322040"/>
          </a:xfrm>
          <a:prstGeom prst="rect">
            <a:avLst/>
          </a:prstGeom>
          <a:noFill/>
          <a:ln>
            <a:noFill/>
          </a:ln>
        </p:spPr>
        <p:txBody>
          <a:bodyPr spcFirstLastPara="1" wrap="square" lIns="9144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300"/>
            </a:lvl1pPr>
          </a:lstStyle>
          <a:p>
            <a:pPr>
              <a:spcAft>
                <a:spcPts val="200"/>
              </a:spcAft>
            </a:pPr>
            <a:r>
              <a:rPr lang="en-US" sz="1200" noProof="1"/>
              <a:t>C&amp;IB Digital follows best practices in API development, security, and testing.</a:t>
            </a:r>
          </a:p>
          <a:p>
            <a:pPr>
              <a:spcAft>
                <a:spcPts val="200"/>
              </a:spcAft>
            </a:pPr>
            <a:r>
              <a:rPr lang="en-US" sz="1200" noProof="1"/>
              <a:t>Most expertise lives as tribal knowledge in senior developers or scattered docs.</a:t>
            </a:r>
          </a:p>
          <a:p>
            <a:pPr>
              <a:spcAft>
                <a:spcPts val="200"/>
              </a:spcAft>
            </a:pPr>
            <a:r>
              <a:rPr lang="en-US" sz="1200" noProof="1"/>
              <a:t>No centralized system captures and applies these best practices consistently.</a:t>
            </a:r>
          </a:p>
          <a:p>
            <a:pPr>
              <a:spcAft>
                <a:spcPts val="200"/>
              </a:spcAft>
            </a:pPr>
            <a:r>
              <a:rPr lang="en-US" sz="1200" noProof="1"/>
              <a:t>This leads to duplicated effort, inconsistent standards, and slower development.</a:t>
            </a:r>
          </a:p>
        </p:txBody>
      </p:sp>
      <p:sp>
        <p:nvSpPr>
          <p:cNvPr id="13" name="Google Shape;10527;p9415">
            <a:extLst>
              <a:ext uri="{FF2B5EF4-FFF2-40B4-BE49-F238E27FC236}">
                <a16:creationId xmlns:a16="http://schemas.microsoft.com/office/drawing/2014/main" id="{F0F82795-88A5-04FF-8B34-8FBE634335A1}"/>
              </a:ext>
            </a:extLst>
          </p:cNvPr>
          <p:cNvSpPr txBox="1"/>
          <p:nvPr>
            <p:custDataLst>
              <p:tags r:id="rId6"/>
            </p:custDataLst>
          </p:nvPr>
        </p:nvSpPr>
        <p:spPr>
          <a:xfrm>
            <a:off x="3394955" y="1104900"/>
            <a:ext cx="1180776" cy="1322040"/>
          </a:xfrm>
          <a:prstGeom prst="rect">
            <a:avLst/>
          </a:prstGeom>
          <a:solidFill>
            <a:schemeClr val="accent1"/>
          </a:solidFill>
          <a:ln>
            <a:noFill/>
          </a:ln>
        </p:spPr>
        <p:txBody>
          <a:bodyPr spcFirstLastPara="1" wrap="square" lIns="91440" tIns="45720" rIns="91440" bIns="45720" anchor="ctr" anchorCtr="0">
            <a:normAutofit/>
          </a:bodyPr>
          <a:lstStyle/>
          <a:p>
            <a:pPr>
              <a:buSzPts val="1100"/>
            </a:pPr>
            <a:r>
              <a:rPr lang="en-US" sz="1200" b="1" noProof="1">
                <a:solidFill>
                  <a:schemeClr val="bg1"/>
                </a:solidFill>
                <a:latin typeface="+mj-lt"/>
              </a:rPr>
              <a:t>Overview</a:t>
            </a:r>
          </a:p>
        </p:txBody>
      </p:sp>
      <p:sp>
        <p:nvSpPr>
          <p:cNvPr id="15" name="Google Shape;703;p114">
            <a:extLst>
              <a:ext uri="{FF2B5EF4-FFF2-40B4-BE49-F238E27FC236}">
                <a16:creationId xmlns:a16="http://schemas.microsoft.com/office/drawing/2014/main" id="{1148CFA6-A840-0C53-451A-B64C3F46DEE6}"/>
              </a:ext>
            </a:extLst>
          </p:cNvPr>
          <p:cNvSpPr txBox="1"/>
          <p:nvPr>
            <p:custDataLst>
              <p:tags r:id="rId7"/>
            </p:custDataLst>
          </p:nvPr>
        </p:nvSpPr>
        <p:spPr>
          <a:xfrm>
            <a:off x="3394952" y="2899933"/>
            <a:ext cx="4090828" cy="2624567"/>
          </a:xfrm>
          <a:prstGeom prst="rect">
            <a:avLst/>
          </a:prstGeom>
          <a:noFill/>
          <a:ln>
            <a:noFill/>
          </a:ln>
        </p:spPr>
        <p:txBody>
          <a:bodyPr spcFirstLastPara="1" wrap="square" lIns="9144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300"/>
            </a:lvl1pPr>
          </a:lstStyle>
          <a:p>
            <a:pPr/>
            <a:r>
              <a:rPr lang="en-US" noProof="1"/>
              <a:t>Best practices exist but are fragmented across individuals and scattered instruction files, creating silos.</a:t>
            </a:r>
          </a:p>
          <a:p>
            <a:pPr/>
            <a:r>
              <a:rPr lang="en-US" noProof="1"/>
              <a:t>Manual copying and sharing of instruction files causes version drift, confusion, and inconsistent implementation.</a:t>
            </a:r>
          </a:p>
          <a:p>
            <a:pPr/>
            <a:r>
              <a:rPr lang="en-US" noProof="1"/>
              <a:t>This fragmentation increases friction, slows onboarding, and risks inconsistent code quality and audit findings.</a:t>
            </a:r>
          </a:p>
        </p:txBody>
      </p:sp>
      <p:sp>
        <p:nvSpPr>
          <p:cNvPr id="16" name="Google Shape;703;p114">
            <a:extLst>
              <a:ext uri="{FF2B5EF4-FFF2-40B4-BE49-F238E27FC236}">
                <a16:creationId xmlns:a16="http://schemas.microsoft.com/office/drawing/2014/main" id="{6E374941-91C4-00DB-A104-D83577A93AB4}"/>
              </a:ext>
            </a:extLst>
          </p:cNvPr>
          <p:cNvSpPr txBox="1"/>
          <p:nvPr>
            <p:custDataLst>
              <p:tags r:id="rId8"/>
            </p:custDataLst>
          </p:nvPr>
        </p:nvSpPr>
        <p:spPr>
          <a:xfrm>
            <a:off x="7635970" y="2899933"/>
            <a:ext cx="4090828" cy="2624567"/>
          </a:xfrm>
          <a:prstGeom prst="rect">
            <a:avLst/>
          </a:prstGeom>
          <a:noFill/>
          <a:ln>
            <a:noFill/>
          </a:ln>
        </p:spPr>
        <p:txBody>
          <a:bodyPr spcFirstLastPara="1" wrap="square" lIns="9144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300"/>
            </a:lvl1pPr>
          </a:lstStyle>
          <a:p>
            <a:pPr/>
            <a:r>
              <a:rPr lang="en-US" noProof="1"/>
              <a:t>ARIA centralizes best practices into modular Agent Skills loaded on demand by developers.</a:t>
            </a:r>
          </a:p>
          <a:p>
            <a:pPr/>
            <a:r>
              <a:rPr lang="en-US" noProof="1"/>
              <a:t>Reusable AI Skills embed coding standards, security checklists, and testing methods into workflows.</a:t>
            </a:r>
          </a:p>
          <a:p>
            <a:pPr/>
            <a:r>
              <a:rPr lang="en-US" noProof="1"/>
              <a:t>This removes manual copying of files, ensuring consistent best practice use and less friction.</a:t>
            </a:r>
          </a:p>
          <a:p>
            <a:pPr/>
            <a:r>
              <a:rPr lang="en-US" noProof="1"/>
              <a:t>ARIA’s Skills create a shared intelligence layer, turning tribal knowledge into a scalable resource.</a:t>
            </a:r>
          </a:p>
        </p:txBody>
      </p:sp>
      <p:sp>
        <p:nvSpPr>
          <p:cNvPr id="24" name="Google Shape;10527;p9415">
            <a:extLst>
              <a:ext uri="{FF2B5EF4-FFF2-40B4-BE49-F238E27FC236}">
                <a16:creationId xmlns:a16="http://schemas.microsoft.com/office/drawing/2014/main" id="{9204992A-A350-9CA5-1983-3EA46F5B739F}"/>
              </a:ext>
            </a:extLst>
          </p:cNvPr>
          <p:cNvSpPr txBox="1"/>
          <p:nvPr>
            <p:custDataLst>
              <p:tags r:id="rId9"/>
            </p:custDataLst>
          </p:nvPr>
        </p:nvSpPr>
        <p:spPr>
          <a:xfrm>
            <a:off x="3394952" y="2525029"/>
            <a:ext cx="4090828" cy="374904"/>
          </a:xfrm>
          <a:prstGeom prst="rect">
            <a:avLst/>
          </a:prstGeom>
          <a:solidFill>
            <a:schemeClr val="accent1"/>
          </a:solidFill>
          <a:ln>
            <a:noFill/>
          </a:ln>
        </p:spPr>
        <p:txBody>
          <a:bodyPr spcFirstLastPara="1" wrap="square" lIns="91440" tIns="45720" rIns="45720" bIns="45720" anchor="ctr" anchorCtr="0">
            <a:normAutofit/>
          </a:bodyPr>
          <a:lstStyle>
            <a:defPPr>
              <a:defRPr lang="en-US"/>
            </a:defPPr>
            <a:lvl1pPr>
              <a:buSzPts val="1100"/>
              <a:defRPr sz="1400" b="1">
                <a:solidFill>
                  <a:schemeClr val="accent1"/>
                </a:solidFill>
                <a:latin typeface="+mj-lt"/>
              </a:defRPr>
            </a:lvl1pPr>
          </a:lstStyle>
          <a:p>
            <a:pPr/>
            <a:r>
              <a:rPr lang="en-US" sz="1200" noProof="1">
                <a:solidFill>
                  <a:schemeClr val="bg1"/>
                </a:solidFill>
              </a:rPr>
              <a:t>Problem</a:t>
            </a:r>
          </a:p>
        </p:txBody>
      </p:sp>
      <p:sp>
        <p:nvSpPr>
          <p:cNvPr id="25" name="Google Shape;10527;p9415">
            <a:extLst>
              <a:ext uri="{FF2B5EF4-FFF2-40B4-BE49-F238E27FC236}">
                <a16:creationId xmlns:a16="http://schemas.microsoft.com/office/drawing/2014/main" id="{33680C59-2899-3E1E-6B5E-2858012F8C1E}"/>
              </a:ext>
            </a:extLst>
          </p:cNvPr>
          <p:cNvSpPr txBox="1"/>
          <p:nvPr>
            <p:custDataLst>
              <p:tags r:id="rId10"/>
            </p:custDataLst>
          </p:nvPr>
        </p:nvSpPr>
        <p:spPr>
          <a:xfrm>
            <a:off x="7635970" y="2525029"/>
            <a:ext cx="4090828" cy="374904"/>
          </a:xfrm>
          <a:prstGeom prst="rect">
            <a:avLst/>
          </a:prstGeom>
          <a:solidFill>
            <a:schemeClr val="accent1"/>
          </a:solidFill>
          <a:ln>
            <a:noFill/>
          </a:ln>
        </p:spPr>
        <p:txBody>
          <a:bodyPr spcFirstLastPara="1" wrap="square" lIns="91440" tIns="45720" rIns="45720" bIns="45720" anchor="ctr" anchorCtr="0">
            <a:normAutofit/>
          </a:bodyPr>
          <a:lstStyle>
            <a:defPPr>
              <a:defRPr lang="en-US"/>
            </a:defPPr>
            <a:lvl1pPr>
              <a:buSzPts val="1100"/>
              <a:defRPr sz="1400" b="1">
                <a:solidFill>
                  <a:schemeClr val="accent1"/>
                </a:solidFill>
                <a:latin typeface="+mj-lt"/>
              </a:defRPr>
            </a:lvl1pPr>
          </a:lstStyle>
          <a:p>
            <a:pPr/>
            <a:r>
              <a:rPr lang="en-US" sz="1200" noProof="1">
                <a:solidFill>
                  <a:schemeClr val="bg1"/>
                </a:solidFill>
              </a:rPr>
              <a:t>Solution</a:t>
            </a:r>
          </a:p>
        </p:txBody>
      </p:sp>
      <p:sp>
        <p:nvSpPr>
          <p:cNvPr id="8" name="Text Placeholder 3">
            <a:extLst>
              <a:ext uri="{FF2B5EF4-FFF2-40B4-BE49-F238E27FC236}">
                <a16:creationId xmlns:a16="http://schemas.microsoft.com/office/drawing/2014/main" id="{B7BA7FAA-94EA-CC86-A2C9-10174803C1BB}"/>
              </a:ext>
            </a:extLst>
          </p:cNvPr>
          <p:cNvSpPr txBox="1">
            <a:spLocks/>
          </p:cNvSpPr>
          <p:nvPr>
            <p:custDataLst>
              <p:tags r:id="rId11"/>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Case Study</a:t>
            </a:r>
          </a:p>
        </p:txBody>
      </p:sp>
      <p:sp>
        <p:nvSpPr>
          <p:cNvPr id="19" name="Slide Number Placeholder 18">
            <a:extLst>
              <a:ext uri="{FF2B5EF4-FFF2-40B4-BE49-F238E27FC236}">
                <a16:creationId xmlns:a16="http://schemas.microsoft.com/office/drawing/2014/main" id="{DA112949-CFE1-5079-A6E1-E8DB112283B6}"/>
              </a:ext>
            </a:extLst>
          </p:cNvPr>
          <p:cNvSpPr>
            <a:spLocks noGrp="1"/>
          </p:cNvSpPr>
          <p:nvPr>
            <p:ph type="sldNum" sz="quarter" idx="10"/>
          </p:nvPr>
        </p:nvSpPr>
        <p:spPr/>
        <p:txBody>
          <a:bodyPr/>
          <a:lstStyle/>
          <a:p>
            <a:fld id="{0122C274-3D99-4A24-ADE9-DD3F36DBA14D}" type="slidenum">
              <a:rPr lang="en-US" smtClean="0"/>
              <a:pPr/>
              <a:t>161</a:t>
            </a:fld>
            <a:endParaRPr lang="en-US"/>
          </a:p>
        </p:txBody>
      </p:sp>
      <p:sp>
        <p:nvSpPr>
          <p:cNvPr id="20" name="Rectangle 19">
            <a:extLst>
              <a:ext uri="{FF2B5EF4-FFF2-40B4-BE49-F238E27FC236}">
                <a16:creationId xmlns:a16="http://schemas.microsoft.com/office/drawing/2014/main" id="{EA5590A7-8AC0-4E08-1444-1DE921A1D597}"/>
              </a:ext>
            </a:extLst>
          </p:cNvPr>
          <p:cNvSpPr>
            <a:spLocks noChangeAspect="1"/>
          </p:cNvSpPr>
          <p:nvPr>
            <p:custDataLst>
              <p:tags r:id="rId12"/>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cxnSp>
        <p:nvCxnSpPr>
          <p:cNvPr id="17" name="Google Shape;559;p88">
            <a:extLst>
              <a:ext uri="{FF2B5EF4-FFF2-40B4-BE49-F238E27FC236}">
                <a16:creationId xmlns:a16="http://schemas.microsoft.com/office/drawing/2014/main" id="{24533FE5-76D0-8E16-1EC7-8659D20B6B8C}"/>
              </a:ext>
            </a:extLst>
          </p:cNvPr>
          <p:cNvCxnSpPr>
            <a:cxnSpLocks/>
          </p:cNvCxnSpPr>
          <p:nvPr/>
        </p:nvCxnSpPr>
        <p:spPr>
          <a:xfrm>
            <a:off x="460377" y="5602461"/>
            <a:ext cx="11274423" cy="0"/>
          </a:xfrm>
          <a:prstGeom prst="straightConnector1">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03A3AEED-D444-38CD-453E-AFE3FF6F6E36}"/>
              </a:ext>
            </a:extLst>
          </p:cNvPr>
          <p:cNvSpPr txBox="1">
            <a:spLocks/>
          </p:cNvSpPr>
          <p:nvPr>
            <p:custDataLst>
              <p:tags r:id="rId15"/>
            </p:custDataLst>
          </p:nvPr>
        </p:nvSpPr>
        <p:spPr>
          <a:xfrm>
            <a:off x="702652" y="5606771"/>
            <a:ext cx="11032148" cy="679729"/>
          </a:xfrm>
          <a:prstGeom prst="rect">
            <a:avLst/>
          </a:prstGeom>
          <a:noFill/>
        </p:spPr>
        <p:txBody>
          <a:bodyPr vert="horz" lIns="45720" tIns="45720" rIns="91440" bIns="45720" rtlCol="0" anchor="ctr">
            <a:normAutofit/>
          </a:bodyPr>
          <a:lstStyle>
            <a:defPPr>
              <a:defRPr lang="en-US"/>
            </a:defPPr>
            <a:lvl1pPr indent="0">
              <a:lnSpc>
                <a:spcPct val="114000"/>
              </a:lnSpc>
              <a:spcBef>
                <a:spcPts val="1000"/>
              </a:spcBef>
              <a:buFont typeface="Arial" panose="020B0604020202020204" pitchFamily="34" charset="0"/>
              <a:buNone/>
              <a:defRPr sz="1200">
                <a:solidFill>
                  <a:schemeClr val="accent1"/>
                </a:solidFill>
                <a:cs typeface="Arial" panose="020B0604020202020204" pitchFamily="34" charset="0"/>
              </a:defRPr>
            </a:lvl1pPr>
            <a:lvl2pPr indent="0">
              <a:lnSpc>
                <a:spcPct val="90000"/>
              </a:lnSpc>
              <a:spcBef>
                <a:spcPts val="500"/>
              </a:spcBef>
              <a:buFont typeface="Arial" panose="020B0604020202020204" pitchFamily="34" charset="0"/>
              <a:buNone/>
              <a:defRPr sz="1200">
                <a:cs typeface="Arial" panose="020B0604020202020204" pitchFamily="34" charset="0"/>
              </a:defRPr>
            </a:lvl2pPr>
            <a:lvl3pPr marL="1143000" indent="-228600">
              <a:lnSpc>
                <a:spcPct val="90000"/>
              </a:lnSpc>
              <a:spcBef>
                <a:spcPts val="500"/>
              </a:spcBef>
              <a:buFont typeface="Arial" panose="020B0604020202020204" pitchFamily="34" charset="0"/>
              <a:buChar char="•"/>
              <a:defRPr sz="1200">
                <a:cs typeface="Arial" panose="020B0604020202020204" pitchFamily="34" charset="0"/>
              </a:defRPr>
            </a:lvl3pPr>
            <a:lvl4pPr marL="1600200" indent="-228600">
              <a:lnSpc>
                <a:spcPct val="90000"/>
              </a:lnSpc>
              <a:spcBef>
                <a:spcPts val="500"/>
              </a:spcBef>
              <a:buFont typeface="Arial" panose="020B0604020202020204" pitchFamily="34" charset="0"/>
              <a:buChar char="•"/>
              <a:defRPr sz="1200">
                <a:cs typeface="Arial" panose="020B0604020202020204" pitchFamily="34" charset="0"/>
              </a:defRPr>
            </a:lvl4pPr>
            <a:lvl5pPr marL="2057400" indent="-228600">
              <a:lnSpc>
                <a:spcPct val="90000"/>
              </a:lnSpc>
              <a:spcBef>
                <a:spcPts val="500"/>
              </a:spcBef>
              <a:buFont typeface="Arial" panose="020B0604020202020204" pitchFamily="34" charset="0"/>
              <a:buChar char="•"/>
              <a:defRPr sz="120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r>
              <a:rPr lang="en-US" noProof="1"/>
              <a:t>ARIA transforms fragmented tribal knowledge and scattered instruction files into a centralized, reusable AI knowledge base, reducing developer friction and improving code consistency.</a:t>
            </a:r>
          </a:p>
        </p:txBody>
      </p:sp>
      <p:sp>
        <p:nvSpPr>
          <p:cNvPr id="21" name="Triangle 20">
            <a:extLst>
              <a:ext uri="{FF2B5EF4-FFF2-40B4-BE49-F238E27FC236}">
                <a16:creationId xmlns:a16="http://schemas.microsoft.com/office/drawing/2014/main" id="{5FF6F76D-F6E3-6AFB-B6FD-6051E792ABCE}"/>
              </a:ext>
            </a:extLst>
          </p:cNvPr>
          <p:cNvSpPr/>
          <p:nvPr/>
        </p:nvSpPr>
        <p:spPr>
          <a:xfrm rot="5400000">
            <a:off x="433622" y="5891771"/>
            <a:ext cx="182880" cy="109728"/>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custDataLst>
      <p:tags r:id="rId1"/>
    </p:custDataLst>
    <p:extLst>
      <p:ext uri="{BB962C8B-B14F-4D97-AF65-F5344CB8AC3E}">
        <p14:creationId xmlns:p14="http://schemas.microsoft.com/office/powerpoint/2010/main" val="3895475751"/>
      </p:ext>
    </p:extLst>
  </p:cSld>
  <p:clrMapOvr>
    <a:masterClrMapping/>
  </p:clrMapOvr>
</p:sld>
</file>

<file path=ppt/slides/slide19217.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B8AB4-D445-6981-A7C3-EA7294E7C719}"/>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CC37C0-F5F2-827C-5B8F-C682466A18E6}"/>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2" imgW="7772400" imgH="10058400" progId="TCLayout.ActiveDocument.1">
                  <p:embed/>
                </p:oleObj>
              </mc:Choice>
              <mc:Fallback>
                <p:oleObj name="think-cell Slide" r:id="rId12" imgW="7772400" imgH="10058400" progId="TCLayout.ActiveDocument.1">
                  <p:embed/>
                  <p:pic>
                    <p:nvPicPr>
                      <p:cNvPr id="11" name="think-cell data - do not delete" hidden="1">
                        <a:extLst>
                          <a:ext uri="{FF2B5EF4-FFF2-40B4-BE49-F238E27FC236}">
                            <a16:creationId xmlns:a16="http://schemas.microsoft.com/office/drawing/2014/main" id="{C4CC37C0-F5F2-827C-5B8F-C682466A18E6}"/>
                          </a:ext>
                        </a:extLst>
                      </p:cNvPr>
                      <p:cNvPicPr/>
                      <p:nvPr/>
                    </p:nvPicPr>
                    <p:blipFill>
                      <a:blip r:embed="rId13"/>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97F8986-71B7-ADF4-BF71-8F227D2F8B9C}"/>
              </a:ext>
            </a:extLst>
          </p:cNvPr>
          <p:cNvSpPr>
            <a:spLocks noGrp="1"/>
          </p:cNvSpPr>
          <p:nvPr>
            <p:ph type="title"/>
            <p:custDataLst>
              <p:tags r:id="rId3"/>
            </p:custDataLst>
          </p:nvPr>
        </p:nvSpPr>
        <p:spPr>
          <a:xfrm>
            <a:off x="457200" y="457199"/>
            <a:ext cx="7505700" cy="875723"/>
          </a:xfrm>
        </p:spPr>
        <p:txBody>
          <a:bodyPr vert="horz" lIns="0" tIns="128016" rIns="0" bIns="45720" rtlCol="0" anchor="t">
            <a:normAutofit/>
          </a:bodyPr>
          <a:lstStyle/>
          <a:p>
            <a:pPr/>
            <a:r>
              <a:rPr lang="en-US" noProof="1"/>
              <a:t>Join the ARIA Pilot</a:t>
            </a:r>
          </a:p>
        </p:txBody>
      </p:sp>
      <p:sp>
        <p:nvSpPr>
          <p:cNvPr id="6" name="Google Shape;703;p114">
            <a:extLst>
              <a:ext uri="{FF2B5EF4-FFF2-40B4-BE49-F238E27FC236}">
                <a16:creationId xmlns:a16="http://schemas.microsoft.com/office/drawing/2014/main" id="{CF658FFB-C3FD-FFAD-D5EC-460B4A00FC94}"/>
              </a:ext>
            </a:extLst>
          </p:cNvPr>
          <p:cNvSpPr txBox="1"/>
          <p:nvPr>
            <p:custDataLst>
              <p:tags r:id="rId4"/>
            </p:custDataLst>
          </p:nvPr>
        </p:nvSpPr>
        <p:spPr>
          <a:xfrm>
            <a:off x="457201" y="1714500"/>
            <a:ext cx="7368362" cy="4686300"/>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90000"/>
              </a:lnSpc>
              <a:spcAft>
                <a:spcPts val="400"/>
              </a:spcAft>
              <a:buClr>
                <a:schemeClr val="accent1"/>
              </a:buClr>
              <a:buFont typeface="Arial" panose="020B0604020202020204" pitchFamily="34" charset="0"/>
              <a:buChar char="•"/>
              <a:defRPr sz="1250"/>
            </a:lvl1pPr>
          </a:lstStyle>
          <a:p>
            <a:pPr marL="349250" indent="-233363">
              <a:lnSpc>
                <a:spcPct val="100000"/>
              </a:lnSpc>
              <a:spcAft>
                <a:spcPts val="800"/>
              </a:spcAft>
            </a:pPr>
            <a:r>
              <a:rPr lang="en-US" sz="1300" noProof="1"/>
              <a:t>Request access to ARIA Skills via the internal developer portal under the AI Tools section.</a:t>
            </a:r>
          </a:p>
          <a:p>
            <a:pPr marL="349250" indent="-233363">
              <a:lnSpc>
                <a:spcPct val="100000"/>
              </a:lnSpc>
              <a:spcAft>
                <a:spcPts val="800"/>
              </a:spcAft>
            </a:pPr>
            <a:r>
              <a:rPr lang="en-US" sz="1300" noProof="1"/>
              <a:t>Explore comprehensive documentation, tutorials, and best practice guides available on the ABC Bank intranet wiki.</a:t>
            </a:r>
          </a:p>
          <a:p>
            <a:pPr marL="349250" indent="-233363">
              <a:lnSpc>
                <a:spcPct val="100000"/>
              </a:lnSpc>
              <a:spcAft>
                <a:spcPts val="800"/>
              </a:spcAft>
            </a:pPr>
            <a:r>
              <a:rPr lang="en-US" sz="1300" noProof="1"/>
              <a:t>Join the ARIA pilot Slack channel for real-time support, updates, and collaboration with the ARIA development team and fellow pilot members.</a:t>
            </a:r>
          </a:p>
          <a:p>
            <a:pPr marL="349250" indent="-233363">
              <a:lnSpc>
                <a:spcPct val="100000"/>
              </a:lnSpc>
              <a:spcAft>
                <a:spcPts val="800"/>
              </a:spcAft>
            </a:pPr>
            <a:r>
              <a:rPr lang="en-US" sz="1300" noProof="1"/>
              <a:t>Provide feedback on ARIA’s functionality, usability, and skill coverage to help refine the agent’s capabilities.</a:t>
            </a:r>
          </a:p>
          <a:p>
            <a:pPr marL="349250" indent="-233363">
              <a:lnSpc>
                <a:spcPct val="100000"/>
              </a:lnSpc>
              <a:spcAft>
                <a:spcPts val="800"/>
              </a:spcAft>
            </a:pPr>
            <a:r>
              <a:rPr lang="en-US" sz="1300" noProof="1"/>
              <a:t>Contribute new Agent Skills by submitting proposals or code snippets through the pilot’s GitHub repository, fostering a community-driven enhancement process.</a:t>
            </a:r>
          </a:p>
          <a:p>
            <a:pPr marL="349250" indent="-233363">
              <a:lnSpc>
                <a:spcPct val="100000"/>
              </a:lnSpc>
              <a:spcAft>
                <a:spcPts val="800"/>
              </a:spcAft>
            </a:pPr>
            <a:r>
              <a:rPr lang="en-US" sz="1300" noProof="1"/>
              <a:t>Attend monthly pilot review meetings to share experiences, discuss challenges, and align on roadmap priorities.</a:t>
            </a:r>
          </a:p>
        </p:txBody>
      </p:sp>
      <p:sp>
        <p:nvSpPr>
          <p:cNvPr id="8" name="Google Shape;10527;p9415">
            <a:extLst>
              <a:ext uri="{FF2B5EF4-FFF2-40B4-BE49-F238E27FC236}">
                <a16:creationId xmlns:a16="http://schemas.microsoft.com/office/drawing/2014/main" id="{494393C2-F348-5AF4-7432-485FA68E7829}"/>
              </a:ext>
            </a:extLst>
          </p:cNvPr>
          <p:cNvSpPr txBox="1"/>
          <p:nvPr>
            <p:custDataLst>
              <p:tags r:id="rId5"/>
            </p:custDataLst>
          </p:nvPr>
        </p:nvSpPr>
        <p:spPr>
          <a:xfrm>
            <a:off x="457199" y="1332923"/>
            <a:ext cx="7368362" cy="384048"/>
          </a:xfrm>
          <a:prstGeom prst="rect">
            <a:avLst/>
          </a:prstGeom>
          <a:noFill/>
          <a:ln>
            <a:noFill/>
          </a:ln>
        </p:spPr>
        <p:txBody>
          <a:bodyPr spcFirstLastPara="1" wrap="square" lIns="0" tIns="45720" rIns="91440" bIns="45720" anchor="ctr" anchorCtr="0">
            <a:normAutofit/>
          </a:bodyPr>
          <a:lstStyle/>
          <a:p>
            <a:pPr>
              <a:buSzPts val="1100"/>
            </a:pPr>
            <a:r>
              <a:rPr lang="en-US" sz="1600" b="1" noProof="1">
                <a:solidFill>
                  <a:schemeClr val="accent1"/>
                </a:solidFill>
                <a:latin typeface="+mj-lt"/>
              </a:rPr>
              <a:t>How to Get Involved with ARIA</a:t>
            </a:r>
          </a:p>
        </p:txBody>
      </p:sp>
      <p:sp>
        <p:nvSpPr>
          <p:cNvPr id="16" name="Text Placeholder 4">
            <a:extLst>
              <a:ext uri="{FF2B5EF4-FFF2-40B4-BE49-F238E27FC236}">
                <a16:creationId xmlns:a16="http://schemas.microsoft.com/office/drawing/2014/main" id="{036D6AE1-39AC-BBE0-DE6F-6E7E0A83CE4D}"/>
              </a:ext>
            </a:extLst>
          </p:cNvPr>
          <p:cNvSpPr>
            <a:spLocks noGrp="1"/>
          </p:cNvSpPr>
          <p:nvPr>
            <p:ph type="body" sz="quarter" idx="15"/>
            <p:custDataLst>
              <p:tags r:id="rId6"/>
            </p:custDataLst>
          </p:nvPr>
        </p:nvSpPr>
        <p:spPr>
          <a:xfrm>
            <a:off x="7962900" y="342901"/>
            <a:ext cx="3771900" cy="6057900"/>
          </a:xfrm>
          <a:solidFill>
            <a:schemeClr val="bg2"/>
          </a:solidFill>
        </p:spPr>
        <p:txBody>
          <a:bodyPr lIns="457200" tIns="91440" rIns="365760" bIns="91440" anchor="ctr">
            <a:noAutofit/>
          </a:bodyPr>
          <a:lstStyle/>
          <a:p>
            <a:pPr>
              <a:lnSpc>
                <a:spcPct val="124000"/>
              </a:lnSpc>
            </a:pPr>
            <a:r>
              <a:rPr lang="en-US" sz="1300" noProof="1">
                <a:solidFill>
                  <a:schemeClr val="accent1"/>
                </a:solidFill>
              </a:rPr>
              <a:t>Prospective developers are invited to join the ARIA pilot program to gain early access to ARIA Skills, contribute to its continuous improvement, and help shape the future of AI-assisted development at ABC Bank.</a:t>
            </a:r>
          </a:p>
        </p:txBody>
      </p:sp>
      <p:sp>
        <p:nvSpPr>
          <p:cNvPr id="4" name="Text Placeholder 3">
            <a:extLst>
              <a:ext uri="{FF2B5EF4-FFF2-40B4-BE49-F238E27FC236}">
                <a16:creationId xmlns:a16="http://schemas.microsoft.com/office/drawing/2014/main" id="{8E78FD2B-E39D-AEB8-8EAF-AFA4514A8578}"/>
              </a:ext>
            </a:extLst>
          </p:cNvPr>
          <p:cNvSpPr txBox="1">
            <a:spLocks/>
          </p:cNvSpPr>
          <p:nvPr>
            <p:custDataLst>
              <p:tags r:id="rId7"/>
            </p:custDataLst>
          </p:nvPr>
        </p:nvSpPr>
        <p:spPr>
          <a:xfrm>
            <a:off x="457199" y="342900"/>
            <a:ext cx="7505700"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Pilot Program</a:t>
            </a:r>
          </a:p>
        </p:txBody>
      </p:sp>
      <p:sp>
        <p:nvSpPr>
          <p:cNvPr id="5" name="Slide Number Placeholder 4">
            <a:extLst>
              <a:ext uri="{FF2B5EF4-FFF2-40B4-BE49-F238E27FC236}">
                <a16:creationId xmlns:a16="http://schemas.microsoft.com/office/drawing/2014/main" id="{3B0E13AF-F817-8D54-1E5E-574DDC1FB941}"/>
              </a:ext>
            </a:extLst>
          </p:cNvPr>
          <p:cNvSpPr>
            <a:spLocks noGrp="1"/>
          </p:cNvSpPr>
          <p:nvPr>
            <p:ph type="sldNum" sz="quarter" idx="17"/>
          </p:nvPr>
        </p:nvSpPr>
        <p:spPr/>
        <p:txBody>
          <a:bodyPr/>
          <a:lstStyle/>
          <a:p>
            <a:fld id="{0122C274-3D99-4A24-ADE9-DD3F36DBA14D}" type="slidenum">
              <a:rPr lang="en-US" smtClean="0"/>
              <a:t>19</a:t>
            </a:fld>
            <a:endParaRPr lang="en-US"/>
          </a:p>
        </p:txBody>
      </p:sp>
      <p:sp>
        <p:nvSpPr>
          <p:cNvPr id="7" name="Rectangle 6">
            <a:extLst>
              <a:ext uri="{FF2B5EF4-FFF2-40B4-BE49-F238E27FC236}">
                <a16:creationId xmlns:a16="http://schemas.microsoft.com/office/drawing/2014/main" id="{F2A94412-5E6D-3B7B-D471-D29703FC07A7}"/>
              </a:ext>
            </a:extLst>
          </p:cNvPr>
          <p:cNvSpPr>
            <a:spLocks noChangeAspect="1"/>
          </p:cNvSpPr>
          <p:nvPr>
            <p:custDataLst>
              <p:tags r:id="rId8"/>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3992271614"/>
      </p:ext>
    </p:extLst>
  </p:cSld>
  <p:clrMapOvr>
    <a:masterClrMapping/>
  </p:clrMapOvr>
</p:sld>
</file>

<file path=ppt/slides/slide25213.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CF286-9A88-4E13-2D37-A5D660113E8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5D553E-6BCD-8B6B-BF5E-DB574D0DB4F0}"/>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8" name="think-cell data - do not delete" hidden="1">
                        <a:extLst>
                          <a:ext uri="{FF2B5EF4-FFF2-40B4-BE49-F238E27FC236}">
                            <a16:creationId xmlns:a16="http://schemas.microsoft.com/office/drawing/2014/main" id="{725D553E-6BCD-8B6B-BF5E-DB574D0DB4F0}"/>
                          </a:ext>
                        </a:extLst>
                      </p:cNvPr>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8135DFA-F477-08EF-FFE4-C9D8ABEAF7AD}"/>
              </a:ext>
            </a:extLst>
          </p:cNvPr>
          <p:cNvSpPr>
            <a:spLocks noGrp="1"/>
          </p:cNvSpPr>
          <p:nvPr>
            <p:ph type="title"/>
            <p:custDataLst>
              <p:tags r:id="rId3"/>
            </p:custDataLst>
          </p:nvPr>
        </p:nvSpPr>
        <p:spPr/>
        <p:txBody>
          <a:bodyPr vert="horz" lIns="0" tIns="91440" rIns="0" bIns="45720" rtlCol="0" anchor="ctr">
            <a:normAutofit/>
          </a:bodyPr>
          <a:lstStyle/>
          <a:p>
            <a:pPr/>
            <a:r>
              <a:rPr lang="en-US" noProof="1"/>
              <a:t>Before ARIA vs. After ARIA</a:t>
            </a:r>
          </a:p>
        </p:txBody>
      </p:sp>
      <p:sp>
        <p:nvSpPr>
          <p:cNvPr id="19" name="Google Shape;703;p114">
            <a:extLst>
              <a:ext uri="{FF2B5EF4-FFF2-40B4-BE49-F238E27FC236}">
                <a16:creationId xmlns:a16="http://schemas.microsoft.com/office/drawing/2014/main" id="{0A9C9EB5-3756-9B65-F73C-8B7311161EE0}"/>
              </a:ext>
            </a:extLst>
          </p:cNvPr>
          <p:cNvSpPr txBox="1"/>
          <p:nvPr>
            <p:custDataLst>
              <p:tags r:id="rId4"/>
            </p:custDataLst>
          </p:nvPr>
        </p:nvSpPr>
        <p:spPr>
          <a:xfrm>
            <a:off x="457200" y="2487168"/>
            <a:ext cx="5559424" cy="3913632"/>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90000"/>
              </a:lnSpc>
              <a:spcAft>
                <a:spcPts val="400"/>
              </a:spcAft>
              <a:buClr>
                <a:schemeClr val="accent1"/>
              </a:buClr>
              <a:buFont typeface="Arial" panose="020B0604020202020204" pitchFamily="34" charset="0"/>
              <a:buChar char="•"/>
              <a:defRPr sz="1250"/>
            </a:lvl1pPr>
          </a:lstStyle>
          <a:p>
            <a:pPr>
              <a:lnSpc>
                <a:spcPct val="100000"/>
              </a:lnSpc>
              <a:spcAft>
                <a:spcPts val="800"/>
              </a:spcAft>
            </a:pPr>
            <a:r>
              <a:rPr lang="en-US" noProof="1"/>
              <a:t>Manual copying of instruction files between projects leads to version inconsistencies and errors.</a:t>
            </a:r>
          </a:p>
          <a:p>
            <a:pPr>
              <a:lnSpc>
                <a:spcPct val="100000"/>
              </a:lnSpc>
              <a:spcAft>
                <a:spcPts val="800"/>
              </a:spcAft>
            </a:pPr>
            <a:r>
              <a:rPr lang="en-US" noProof="1"/>
              <a:t>API implementations vary significantly across teams, causing rework and audit challenges.</a:t>
            </a:r>
          </a:p>
          <a:p>
            <a:pPr>
              <a:lnSpc>
                <a:spcPct val="100000"/>
              </a:lnSpc>
              <a:spcAft>
                <a:spcPts val="800"/>
              </a:spcAft>
            </a:pPr>
            <a:r>
              <a:rPr lang="en-US" noProof="1"/>
              <a:t>Onboarding new developers is slow due to reliance on tribal knowledge and undocumented best practices.</a:t>
            </a:r>
          </a:p>
          <a:p>
            <a:pPr>
              <a:lnSpc>
                <a:spcPct val="100000"/>
              </a:lnSpc>
              <a:spcAft>
                <a:spcPts val="800"/>
              </a:spcAft>
            </a:pPr>
            <a:r>
              <a:rPr lang="en-US" noProof="1"/>
              <a:t>Knowledge loss occurs when experienced developers rotate off projects or leave the organization.</a:t>
            </a:r>
          </a:p>
          <a:p>
            <a:pPr>
              <a:lnSpc>
                <a:spcPct val="100000"/>
              </a:lnSpc>
              <a:spcAft>
                <a:spcPts val="800"/>
              </a:spcAft>
            </a:pPr>
            <a:r>
              <a:rPr lang="en-US" noProof="1"/>
              <a:t>Maintaining code quality and standards requires constant manual oversight and correction.</a:t>
            </a:r>
          </a:p>
        </p:txBody>
      </p:sp>
      <p:sp>
        <p:nvSpPr>
          <p:cNvPr id="20" name="Google Shape;10527;p9415">
            <a:extLst>
              <a:ext uri="{FF2B5EF4-FFF2-40B4-BE49-F238E27FC236}">
                <a16:creationId xmlns:a16="http://schemas.microsoft.com/office/drawing/2014/main" id="{EE42CC18-8B86-636C-5376-E7299BC9ADB4}"/>
              </a:ext>
            </a:extLst>
          </p:cNvPr>
          <p:cNvSpPr txBox="1"/>
          <p:nvPr>
            <p:custDataLst>
              <p:tags r:id="rId5"/>
            </p:custDataLst>
          </p:nvPr>
        </p:nvSpPr>
        <p:spPr>
          <a:xfrm>
            <a:off x="457199" y="2103120"/>
            <a:ext cx="5559424" cy="384048"/>
          </a:xfrm>
          <a:prstGeom prst="rect">
            <a:avLst/>
          </a:prstGeom>
          <a:solidFill>
            <a:schemeClr val="accent1"/>
          </a:solidFill>
          <a:ln>
            <a:noFill/>
          </a:ln>
        </p:spPr>
        <p:txBody>
          <a:bodyPr spcFirstLastPara="1" wrap="square" lIns="91440" tIns="45720" rIns="91440" bIns="45720" anchor="ctr" anchorCtr="0">
            <a:normAutofit/>
          </a:bodyPr>
          <a:lstStyle/>
          <a:p>
            <a:pPr>
              <a:buSzPts val="1100"/>
            </a:pPr>
            <a:r>
              <a:rPr lang="en-US" sz="1300" b="1" noProof="1">
                <a:solidFill>
                  <a:schemeClr val="bg1"/>
                </a:solidFill>
                <a:latin typeface="+mj-lt"/>
              </a:rPr>
              <a:t>Before ARIA: Fragmented and Manual Processes</a:t>
            </a:r>
          </a:p>
        </p:txBody>
      </p:sp>
      <p:sp>
        <p:nvSpPr>
          <p:cNvPr id="21" name="Google Shape;703;p114">
            <a:extLst>
              <a:ext uri="{FF2B5EF4-FFF2-40B4-BE49-F238E27FC236}">
                <a16:creationId xmlns:a16="http://schemas.microsoft.com/office/drawing/2014/main" id="{E6AAE438-B0E3-C840-B15B-12D8870A708E}"/>
              </a:ext>
            </a:extLst>
          </p:cNvPr>
          <p:cNvSpPr txBox="1"/>
          <p:nvPr>
            <p:custDataLst>
              <p:tags r:id="rId6"/>
            </p:custDataLst>
          </p:nvPr>
        </p:nvSpPr>
        <p:spPr>
          <a:xfrm>
            <a:off x="6172200" y="2487168"/>
            <a:ext cx="5559424" cy="3913632"/>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90000"/>
              </a:lnSpc>
              <a:spcAft>
                <a:spcPts val="400"/>
              </a:spcAft>
              <a:buClr>
                <a:schemeClr val="accent1"/>
              </a:buClr>
              <a:buFont typeface="Arial" panose="020B0604020202020204" pitchFamily="34" charset="0"/>
              <a:buChar char="•"/>
              <a:defRPr sz="1250"/>
            </a:lvl1pPr>
          </a:lstStyle>
          <a:p>
            <a:pPr>
              <a:lnSpc>
                <a:spcPct val="100000"/>
              </a:lnSpc>
              <a:spcAft>
                <a:spcPts val="800"/>
              </a:spcAft>
            </a:pPr>
            <a:r>
              <a:rPr lang="en-US" noProof="1"/>
              <a:t>Agent Skills automatically load standardized instructions, eliminating manual file copying.</a:t>
            </a:r>
          </a:p>
          <a:p>
            <a:pPr>
              <a:lnSpc>
                <a:spcPct val="100000"/>
              </a:lnSpc>
              <a:spcAft>
                <a:spcPts val="800"/>
              </a:spcAft>
            </a:pPr>
            <a:r>
              <a:rPr lang="en-US" noProof="1"/>
              <a:t>Consistent API implementations across squads reduce rework and improve audit compliance.</a:t>
            </a:r>
          </a:p>
          <a:p>
            <a:pPr>
              <a:lnSpc>
                <a:spcPct val="100000"/>
              </a:lnSpc>
              <a:spcAft>
                <a:spcPts val="800"/>
              </a:spcAft>
            </a:pPr>
            <a:r>
              <a:rPr lang="en-US" noProof="1"/>
              <a:t>Faster onboarding as new developers access embedded best practices directly through ARIA.</a:t>
            </a:r>
          </a:p>
          <a:p>
            <a:pPr>
              <a:lnSpc>
                <a:spcPct val="100000"/>
              </a:lnSpc>
              <a:spcAft>
                <a:spcPts val="800"/>
              </a:spcAft>
            </a:pPr>
            <a:r>
              <a:rPr lang="en-US" noProof="1"/>
              <a:t>Preserves and scales tribal knowledge by converting it into reusable AI-driven capabilities.</a:t>
            </a:r>
          </a:p>
          <a:p>
            <a:pPr>
              <a:lnSpc>
                <a:spcPct val="100000"/>
              </a:lnSpc>
              <a:spcAft>
                <a:spcPts val="800"/>
              </a:spcAft>
            </a:pPr>
            <a:r>
              <a:rPr lang="en-US" noProof="1"/>
              <a:t>Code quality and compliance are maintained proactively, reducing oversight burden and errors.</a:t>
            </a:r>
          </a:p>
        </p:txBody>
      </p:sp>
      <p:sp>
        <p:nvSpPr>
          <p:cNvPr id="22" name="Google Shape;10527;p9415">
            <a:extLst>
              <a:ext uri="{FF2B5EF4-FFF2-40B4-BE49-F238E27FC236}">
                <a16:creationId xmlns:a16="http://schemas.microsoft.com/office/drawing/2014/main" id="{EE351BD5-8653-F016-F54B-3DE53A8B3092}"/>
              </a:ext>
            </a:extLst>
          </p:cNvPr>
          <p:cNvSpPr txBox="1"/>
          <p:nvPr>
            <p:custDataLst>
              <p:tags r:id="rId7"/>
            </p:custDataLst>
          </p:nvPr>
        </p:nvSpPr>
        <p:spPr>
          <a:xfrm>
            <a:off x="6172199" y="2103120"/>
            <a:ext cx="5559424" cy="384048"/>
          </a:xfrm>
          <a:prstGeom prst="rect">
            <a:avLst/>
          </a:prstGeom>
          <a:solidFill>
            <a:schemeClr val="accent1"/>
          </a:solidFill>
          <a:ln>
            <a:noFill/>
          </a:ln>
        </p:spPr>
        <p:txBody>
          <a:bodyPr spcFirstLastPara="1" wrap="square" lIns="91440" tIns="45720" rIns="91440" bIns="45720" anchor="ctr" anchorCtr="0">
            <a:normAutofit/>
          </a:bodyPr>
          <a:lstStyle/>
          <a:p>
            <a:pPr>
              <a:buSzPts val="1100"/>
            </a:pPr>
            <a:r>
              <a:rPr lang="en-US" sz="1300" b="1" noProof="1">
                <a:solidFill>
                  <a:schemeClr val="bg1"/>
                </a:solidFill>
                <a:latin typeface="+mj-lt"/>
              </a:rPr>
              <a:t>After ARIA: Streamlined and Consistent Development</a:t>
            </a:r>
          </a:p>
        </p:txBody>
      </p:sp>
      <p:sp>
        <p:nvSpPr>
          <p:cNvPr id="2" name="Text Placeholder 3">
            <a:extLst>
              <a:ext uri="{FF2B5EF4-FFF2-40B4-BE49-F238E27FC236}">
                <a16:creationId xmlns:a16="http://schemas.microsoft.com/office/drawing/2014/main" id="{7B3650FB-D163-3DA6-1C7D-6672586C1200}"/>
              </a:ext>
            </a:extLst>
          </p:cNvPr>
          <p:cNvSpPr txBox="1">
            <a:spLocks/>
          </p:cNvSpPr>
          <p:nvPr>
            <p:custDataLst>
              <p:tags r:id="rId8"/>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Comparison</a:t>
            </a:r>
          </a:p>
        </p:txBody>
      </p:sp>
      <p:sp>
        <p:nvSpPr>
          <p:cNvPr id="4" name="Text Placeholder 4">
            <a:extLst>
              <a:ext uri="{FF2B5EF4-FFF2-40B4-BE49-F238E27FC236}">
                <a16:creationId xmlns:a16="http://schemas.microsoft.com/office/drawing/2014/main" id="{F2CB6806-DBCC-A08F-E013-65EA4300D646}"/>
              </a:ext>
            </a:extLst>
          </p:cNvPr>
          <p:cNvSpPr txBox="1">
            <a:spLocks/>
          </p:cNvSpPr>
          <p:nvPr>
            <p:custDataLst>
              <p:tags r:id="rId9"/>
            </p:custDataLst>
          </p:nvPr>
        </p:nvSpPr>
        <p:spPr>
          <a:xfrm>
            <a:off x="457200" y="1219200"/>
            <a:ext cx="11277600" cy="731520"/>
          </a:xfrm>
          <a:prstGeom prst="rect">
            <a:avLst/>
          </a:prstGeom>
          <a:solidFill>
            <a:schemeClr val="bg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mn-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pPr>
            <a:r>
              <a:rPr lang="en-US" sz="1300" noProof="1">
                <a:solidFill>
                  <a:schemeClr val="tx2"/>
                </a:solidFill>
              </a:rPr>
              <a:t>ARIA transforms scattered tribal knowledge into a scalable, reusable asset that drives consistent, efficient development across C&amp;IB Digital teams. This shift enhances productivity, quality, and developer experience, positioning ARIA as a foundational tool for sustainable growth.</a:t>
            </a:r>
          </a:p>
        </p:txBody>
      </p:sp>
      <p:sp>
        <p:nvSpPr>
          <p:cNvPr id="7" name="Slide Number Placeholder 6">
            <a:extLst>
              <a:ext uri="{FF2B5EF4-FFF2-40B4-BE49-F238E27FC236}">
                <a16:creationId xmlns:a16="http://schemas.microsoft.com/office/drawing/2014/main" id="{CEF294CE-A542-41A8-B223-6C345FE805A9}"/>
              </a:ext>
            </a:extLst>
          </p:cNvPr>
          <p:cNvSpPr>
            <a:spLocks noGrp="1"/>
          </p:cNvSpPr>
          <p:nvPr>
            <p:ph type="sldNum" sz="quarter" idx="17"/>
          </p:nvPr>
        </p:nvSpPr>
        <p:spPr/>
        <p:txBody>
          <a:bodyPr/>
          <a:lstStyle/>
          <a:p>
            <a:fld id="{0122C274-3D99-4A24-ADE9-DD3F36DBA14D}" type="slidenum">
              <a:rPr lang="en-US" smtClean="0"/>
              <a:t>25</a:t>
            </a:fld>
            <a:endParaRPr lang="en-US"/>
          </a:p>
        </p:txBody>
      </p:sp>
      <p:sp>
        <p:nvSpPr>
          <p:cNvPr id="9" name="Rectangle 8">
            <a:extLst>
              <a:ext uri="{FF2B5EF4-FFF2-40B4-BE49-F238E27FC236}">
                <a16:creationId xmlns:a16="http://schemas.microsoft.com/office/drawing/2014/main" id="{B9F17F9F-CD3A-7EF1-15BC-4C01DB36CD36}"/>
              </a:ext>
            </a:extLst>
          </p:cNvPr>
          <p:cNvSpPr>
            <a:spLocks noChangeAspect="1"/>
          </p:cNvSpPr>
          <p:nvPr>
            <p:custDataLst>
              <p:tags r:id="rId10"/>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4196422686"/>
      </p:ext>
    </p:extLst>
  </p:cSld>
  <p:clrMapOvr>
    <a:masterClrMapping/>
  </p:clrMapOvr>
</p:sld>
</file>

<file path=ppt/slides/slide25216.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CF286-9A88-4E13-2D37-A5D660113E8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25D553E-6BCD-8B6B-BF5E-DB574D0DB4F0}"/>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4" imgW="7772400" imgH="10058400" progId="TCLayout.ActiveDocument.1">
                  <p:embed/>
                </p:oleObj>
              </mc:Choice>
              <mc:Fallback>
                <p:oleObj name="think-cell Slide" r:id="rId14" imgW="7772400" imgH="10058400" progId="TCLayout.ActiveDocument.1">
                  <p:embed/>
                  <p:pic>
                    <p:nvPicPr>
                      <p:cNvPr id="8" name="think-cell data - do not delete" hidden="1">
                        <a:extLst>
                          <a:ext uri="{FF2B5EF4-FFF2-40B4-BE49-F238E27FC236}">
                            <a16:creationId xmlns:a16="http://schemas.microsoft.com/office/drawing/2014/main" id="{725D553E-6BCD-8B6B-BF5E-DB574D0DB4F0}"/>
                          </a:ext>
                        </a:extLst>
                      </p:cNvPr>
                      <p:cNvPicPr/>
                      <p:nvPr/>
                    </p:nvPicPr>
                    <p:blipFill>
                      <a:blip r:embed="R651add3375d04c61"/>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8135DFA-F477-08EF-FFE4-C9D8ABEAF7AD}"/>
              </a:ext>
            </a:extLst>
          </p:cNvPr>
          <p:cNvSpPr>
            <a:spLocks noGrp="1"/>
          </p:cNvSpPr>
          <p:nvPr>
            <p:ph type="title"/>
            <p:custDataLst>
              <p:tags r:id="rId3"/>
            </p:custDataLst>
          </p:nvPr>
        </p:nvSpPr>
        <p:spPr/>
        <p:txBody>
          <a:bodyPr vert="horz" lIns="0" tIns="91440" rIns="0" bIns="45720" rtlCol="0" anchor="ctr">
            <a:normAutofit/>
          </a:bodyPr>
          <a:lstStyle/>
          <a:p>
            <a:pPr/>
            <a:r>
              <a:rPr lang="en-US" noProof="1"/>
              <a:t>What We're Asking For</a:t>
            </a:r>
          </a:p>
        </p:txBody>
      </p:sp>
      <p:sp>
        <p:nvSpPr>
          <p:cNvPr id="19" name="Google Shape;703;p114">
            <a:extLst>
              <a:ext uri="{FF2B5EF4-FFF2-40B4-BE49-F238E27FC236}">
                <a16:creationId xmlns:a16="http://schemas.microsoft.com/office/drawing/2014/main" id="{0A9C9EB5-3756-9B65-F73C-8B7311161EE0}"/>
              </a:ext>
            </a:extLst>
          </p:cNvPr>
          <p:cNvSpPr txBox="1"/>
          <p:nvPr>
            <p:custDataLst>
              <p:tags r:id="rId4"/>
            </p:custDataLst>
          </p:nvPr>
        </p:nvSpPr>
        <p:spPr>
          <a:xfrm>
            <a:off x="457200" y="2487168"/>
            <a:ext cx="5559424" cy="3913632"/>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90000"/>
              </a:lnSpc>
              <a:spcAft>
                <a:spcPts val="400"/>
              </a:spcAft>
              <a:buClr>
                <a:schemeClr val="accent1"/>
              </a:buClr>
              <a:buFont typeface="Arial" panose="020B0604020202020204" pitchFamily="34" charset="0"/>
              <a:buChar char="•"/>
              <a:defRPr sz="1250"/>
            </a:lvl1pPr>
          </a:lstStyle>
          <a:p>
            <a:pPr>
              <a:lnSpc>
                <a:spcPct val="100000"/>
              </a:lnSpc>
              <a:spcAft>
                <a:spcPts val="800"/>
              </a:spcAft>
            </a:pPr>
            <a:r>
              <a:rPr lang="en-US" noProof="1"/>
              <a:t>Approve funding to expand ARIA's library of Agent Skills, enabling broader coverage of development tasks and deeper integration.</a:t>
            </a:r>
          </a:p>
          <a:p>
            <a:pPr>
              <a:lnSpc>
                <a:spcPct val="100000"/>
              </a:lnSpc>
              <a:spcAft>
                <a:spcPts val="800"/>
              </a:spcAft>
            </a:pPr>
            <a:r>
              <a:rPr lang="en-US" noProof="1"/>
              <a:t>Endorse ARIA as a strategic initiative to modernize and standardize development processes across C&amp;IB Digital.</a:t>
            </a:r>
          </a:p>
          <a:p>
            <a:pPr>
              <a:lnSpc>
                <a:spcPct val="100000"/>
              </a:lnSpc>
              <a:spcAft>
                <a:spcPts val="800"/>
              </a:spcAft>
            </a:pPr>
            <a:r>
              <a:rPr lang="en-US" noProof="1"/>
              <a:t>Support resource allocation for continuous development, training, and maintenance of ARIA to ensure long-term success.</a:t>
            </a:r>
          </a:p>
          <a:p>
            <a:pPr>
              <a:lnSpc>
                <a:spcPct val="100000"/>
              </a:lnSpc>
              <a:spcAft>
                <a:spcPts val="800"/>
              </a:spcAft>
            </a:pPr>
            <a:r>
              <a:rPr lang="en-US" noProof="1"/>
              <a:t>Champion ARIA adoption to drive cultural change and encourage collaboration among squads.</a:t>
            </a:r>
          </a:p>
        </p:txBody>
      </p:sp>
      <p:sp>
        <p:nvSpPr>
          <p:cNvPr id="20" name="Google Shape;10527;p9415">
            <a:extLst>
              <a:ext uri="{FF2B5EF4-FFF2-40B4-BE49-F238E27FC236}">
                <a16:creationId xmlns:a16="http://schemas.microsoft.com/office/drawing/2014/main" id="{EE42CC18-8B86-636C-5376-E7299BC9ADB4}"/>
              </a:ext>
            </a:extLst>
          </p:cNvPr>
          <p:cNvSpPr txBox="1"/>
          <p:nvPr>
            <p:custDataLst>
              <p:tags r:id="rId5"/>
            </p:custDataLst>
          </p:nvPr>
        </p:nvSpPr>
        <p:spPr>
          <a:xfrm>
            <a:off x="457199" y="2103120"/>
            <a:ext cx="5559424" cy="384048"/>
          </a:xfrm>
          <a:prstGeom prst="rect">
            <a:avLst/>
          </a:prstGeom>
          <a:solidFill>
            <a:schemeClr val="accent1"/>
          </a:solidFill>
          <a:ln>
            <a:noFill/>
          </a:ln>
        </p:spPr>
        <p:txBody>
          <a:bodyPr spcFirstLastPara="1" wrap="square" lIns="91440" tIns="45720" rIns="91440" bIns="45720" anchor="ctr" anchorCtr="0">
            <a:normAutofit/>
          </a:bodyPr>
          <a:lstStyle/>
          <a:p>
            <a:pPr>
              <a:buSzPts val="1100"/>
            </a:pPr>
            <a:r>
              <a:rPr lang="en-US" sz="1300" b="1" noProof="1">
                <a:solidFill>
                  <a:schemeClr val="bg1"/>
                </a:solidFill>
                <a:latin typeface="+mj-lt"/>
              </a:rPr>
              <a:t>Executive Sponsorship and Budget Approval</a:t>
            </a:r>
          </a:p>
        </p:txBody>
      </p:sp>
      <p:sp>
        <p:nvSpPr>
          <p:cNvPr id="21" name="Google Shape;703;p114">
            <a:extLst>
              <a:ext uri="{FF2B5EF4-FFF2-40B4-BE49-F238E27FC236}">
                <a16:creationId xmlns:a16="http://schemas.microsoft.com/office/drawing/2014/main" id="{E6AAE438-B0E3-C840-B15B-12D8870A708E}"/>
              </a:ext>
            </a:extLst>
          </p:cNvPr>
          <p:cNvSpPr txBox="1"/>
          <p:nvPr>
            <p:custDataLst>
              <p:tags r:id="rId6"/>
            </p:custDataLst>
          </p:nvPr>
        </p:nvSpPr>
        <p:spPr>
          <a:xfrm>
            <a:off x="6172200" y="2487168"/>
            <a:ext cx="5559424" cy="3913632"/>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90000"/>
              </a:lnSpc>
              <a:spcAft>
                <a:spcPts val="400"/>
              </a:spcAft>
              <a:buClr>
                <a:schemeClr val="accent1"/>
              </a:buClr>
              <a:buFont typeface="Arial" panose="020B0604020202020204" pitchFamily="34" charset="0"/>
              <a:buChar char="•"/>
              <a:defRPr sz="1250"/>
            </a:lvl1pPr>
          </a:lstStyle>
          <a:p>
            <a:pPr>
              <a:lnSpc>
                <a:spcPct val="100000"/>
              </a:lnSpc>
              <a:spcAft>
                <a:spcPts val="800"/>
              </a:spcAft>
            </a:pPr>
            <a:r>
              <a:rPr lang="en-US" noProof="1"/>
              <a:t>Grant access to pilot developer groups and testing environments to validate ARIA’s capabilities in real-world scenarios.</a:t>
            </a:r>
          </a:p>
          <a:p>
            <a:pPr>
              <a:lnSpc>
                <a:spcPct val="100000"/>
              </a:lnSpc>
              <a:spcAft>
                <a:spcPts val="800"/>
              </a:spcAft>
            </a:pPr>
            <a:r>
              <a:rPr lang="en-US" noProof="1"/>
              <a:t>Facilitate executive endorsement to standardize ARIA usage across all C&amp;IB Digital teams for consistent quality and efficiency.</a:t>
            </a:r>
          </a:p>
          <a:p>
            <a:pPr>
              <a:lnSpc>
                <a:spcPct val="100000"/>
              </a:lnSpc>
              <a:spcAft>
                <a:spcPts val="800"/>
              </a:spcAft>
            </a:pPr>
            <a:r>
              <a:rPr lang="en-US" noProof="1"/>
              <a:t>Provide support to fast-track the development of the custom ARIA agent, integrating evolving best practices natively.</a:t>
            </a:r>
          </a:p>
          <a:p>
            <a:pPr>
              <a:lnSpc>
                <a:spcPct val="100000"/>
              </a:lnSpc>
              <a:spcAft>
                <a:spcPts val="800"/>
              </a:spcAft>
            </a:pPr>
            <a:r>
              <a:rPr lang="en-US" noProof="1"/>
              <a:t>Encourage feedback mechanisms from pilot users to continuously refine ARIA’s Skills and agent functionalities.</a:t>
            </a:r>
          </a:p>
        </p:txBody>
      </p:sp>
      <p:sp>
        <p:nvSpPr>
          <p:cNvPr id="22" name="Google Shape;10527;p9415">
            <a:extLst>
              <a:ext uri="{FF2B5EF4-FFF2-40B4-BE49-F238E27FC236}">
                <a16:creationId xmlns:a16="http://schemas.microsoft.com/office/drawing/2014/main" id="{EE351BD5-8653-F016-F54B-3DE53A8B3092}"/>
              </a:ext>
            </a:extLst>
          </p:cNvPr>
          <p:cNvSpPr txBox="1"/>
          <p:nvPr>
            <p:custDataLst>
              <p:tags r:id="rId7"/>
            </p:custDataLst>
          </p:nvPr>
        </p:nvSpPr>
        <p:spPr>
          <a:xfrm>
            <a:off x="6172199" y="2103120"/>
            <a:ext cx="5559424" cy="384048"/>
          </a:xfrm>
          <a:prstGeom prst="rect">
            <a:avLst/>
          </a:prstGeom>
          <a:solidFill>
            <a:schemeClr val="accent1"/>
          </a:solidFill>
          <a:ln>
            <a:noFill/>
          </a:ln>
        </p:spPr>
        <p:txBody>
          <a:bodyPr spcFirstLastPara="1" wrap="square" lIns="91440" tIns="45720" rIns="91440" bIns="45720" anchor="ctr" anchorCtr="0">
            <a:normAutofit/>
          </a:bodyPr>
          <a:lstStyle/>
          <a:p>
            <a:pPr>
              <a:buSzPts val="1100"/>
            </a:pPr>
            <a:r>
              <a:rPr lang="en-US" sz="1300" b="1" noProof="1">
                <a:solidFill>
                  <a:schemeClr val="bg1"/>
                </a:solidFill>
                <a:latin typeface="+mj-lt"/>
              </a:rPr>
              <a:t>Pilot Access and Standardization Support</a:t>
            </a:r>
          </a:p>
        </p:txBody>
      </p:sp>
      <p:sp>
        <p:nvSpPr>
          <p:cNvPr id="2" name="Text Placeholder 3">
            <a:extLst>
              <a:ext uri="{FF2B5EF4-FFF2-40B4-BE49-F238E27FC236}">
                <a16:creationId xmlns:a16="http://schemas.microsoft.com/office/drawing/2014/main" id="{7B3650FB-D163-3DA6-1C7D-6672586C1200}"/>
              </a:ext>
            </a:extLst>
          </p:cNvPr>
          <p:cNvSpPr txBox="1">
            <a:spLocks/>
          </p:cNvSpPr>
          <p:nvPr>
            <p:custDataLst>
              <p:tags r:id="rId8"/>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The Ask</a:t>
            </a:r>
          </a:p>
        </p:txBody>
      </p:sp>
      <p:sp>
        <p:nvSpPr>
          <p:cNvPr id="4" name="Text Placeholder 4">
            <a:extLst>
              <a:ext uri="{FF2B5EF4-FFF2-40B4-BE49-F238E27FC236}">
                <a16:creationId xmlns:a16="http://schemas.microsoft.com/office/drawing/2014/main" id="{F2CB6806-DBCC-A08F-E013-65EA4300D646}"/>
              </a:ext>
            </a:extLst>
          </p:cNvPr>
          <p:cNvSpPr txBox="1">
            <a:spLocks/>
          </p:cNvSpPr>
          <p:nvPr>
            <p:custDataLst>
              <p:tags r:id="rId9"/>
            </p:custDataLst>
          </p:nvPr>
        </p:nvSpPr>
        <p:spPr>
          <a:xfrm>
            <a:off x="457200" y="1219200"/>
            <a:ext cx="11277600" cy="731520"/>
          </a:xfrm>
          <a:prstGeom prst="rect">
            <a:avLst/>
          </a:prstGeom>
          <a:solidFill>
            <a:schemeClr val="bg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mn-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pPr>
            <a:r>
              <a:rPr lang="en-US" sz="1300" noProof="1">
                <a:solidFill>
                  <a:schemeClr val="tx2"/>
                </a:solidFill>
              </a:rPr>
              <a:t>Securing executive sponsorship, budget approval, and operational support is critical to fully realize ARIA’s potential as a transformative AI development partner. Partnership across leadership and developer teams will accelerate adoption, maximize impact, and embed ARIA into ABC Bank’s digital future.</a:t>
            </a:r>
          </a:p>
        </p:txBody>
      </p:sp>
      <p:sp>
        <p:nvSpPr>
          <p:cNvPr id="7" name="Slide Number Placeholder 6">
            <a:extLst>
              <a:ext uri="{FF2B5EF4-FFF2-40B4-BE49-F238E27FC236}">
                <a16:creationId xmlns:a16="http://schemas.microsoft.com/office/drawing/2014/main" id="{CEF294CE-A542-41A8-B223-6C345FE805A9}"/>
              </a:ext>
            </a:extLst>
          </p:cNvPr>
          <p:cNvSpPr>
            <a:spLocks noGrp="1"/>
          </p:cNvSpPr>
          <p:nvPr>
            <p:ph type="sldNum" sz="quarter" idx="17"/>
          </p:nvPr>
        </p:nvSpPr>
        <p:spPr/>
        <p:txBody>
          <a:bodyPr/>
          <a:lstStyle/>
          <a:p>
            <a:fld id="{0122C274-3D99-4A24-ADE9-DD3F36DBA14D}" type="slidenum">
              <a:rPr lang="en-US" smtClean="0"/>
              <a:t>25</a:t>
            </a:fld>
            <a:endParaRPr lang="en-US"/>
          </a:p>
        </p:txBody>
      </p:sp>
      <p:sp>
        <p:nvSpPr>
          <p:cNvPr id="9" name="Rectangle 8">
            <a:extLst>
              <a:ext uri="{FF2B5EF4-FFF2-40B4-BE49-F238E27FC236}">
                <a16:creationId xmlns:a16="http://schemas.microsoft.com/office/drawing/2014/main" id="{B9F17F9F-CD3A-7EF1-15BC-4C01DB36CD36}"/>
              </a:ext>
            </a:extLst>
          </p:cNvPr>
          <p:cNvSpPr>
            <a:spLocks noChangeAspect="1"/>
          </p:cNvSpPr>
          <p:nvPr>
            <p:custDataLst>
              <p:tags r:id="rId10"/>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4196422686"/>
      </p:ext>
    </p:extLst>
  </p:cSld>
  <p:clrMapOvr>
    <a:masterClrMapping/>
  </p:clrMapOvr>
</p:sld>
</file>

<file path=ppt/slides/slide33214.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5A34-873B-25E1-1E42-7A0751731790}"/>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94D1A48-C9B2-4653-1EBD-7C1D52E16C31}"/>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6" imgW="7772400" imgH="10058400" progId="TCLayout.ActiveDocument.1">
                  <p:embed/>
                </p:oleObj>
              </mc:Choice>
              <mc:Fallback>
                <p:oleObj name="think-cell Slide" r:id="rId16" imgW="7772400" imgH="10058400" progId="TCLayout.ActiveDocument.1">
                  <p:embed/>
                  <p:pic>
                    <p:nvPicPr>
                      <p:cNvPr id="8" name="think-cell data - do not delete" hidden="1">
                        <a:extLst>
                          <a:ext uri="{FF2B5EF4-FFF2-40B4-BE49-F238E27FC236}">
                            <a16:creationId xmlns:a16="http://schemas.microsoft.com/office/drawing/2014/main" id="{494D1A48-C9B2-4653-1EBD-7C1D52E16C31}"/>
                          </a:ext>
                        </a:extLst>
                      </p:cNvPr>
                      <p:cNvPicPr/>
                      <p:nvPr/>
                    </p:nvPicPr>
                    <p:blipFill>
                      <a:blip r:embed="R9b1662ed78a44b89"/>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4E3BBC9-AF0A-54EC-A0B5-7A99F654E592}"/>
              </a:ext>
            </a:extLst>
          </p:cNvPr>
          <p:cNvSpPr>
            <a:spLocks noGrp="1"/>
          </p:cNvSpPr>
          <p:nvPr>
            <p:ph type="title"/>
            <p:custDataLst>
              <p:tags r:id="rId3"/>
            </p:custDataLst>
          </p:nvPr>
        </p:nvSpPr>
        <p:spPr/>
        <p:txBody>
          <a:bodyPr vert="horz" lIns="0" tIns="91440" rIns="0" bIns="45720" rtlCol="0" anchor="ctr">
            <a:normAutofit/>
          </a:bodyPr>
          <a:lstStyle/>
          <a:p>
            <a:pPr/>
            <a:r>
              <a:rPr lang="en-US" noProof="1"/>
              <a:t>Why ARIA Matters: Speed, Consistency, and Onboarding</a:t>
            </a:r>
          </a:p>
        </p:txBody>
      </p:sp>
      <p:sp>
        <p:nvSpPr>
          <p:cNvPr id="19" name="Google Shape;703;p114">
            <a:extLst>
              <a:ext uri="{FF2B5EF4-FFF2-40B4-BE49-F238E27FC236}">
                <a16:creationId xmlns:a16="http://schemas.microsoft.com/office/drawing/2014/main" id="{04CD55E0-E63D-93D5-AA21-DFEAE3754D4F}"/>
              </a:ext>
            </a:extLst>
          </p:cNvPr>
          <p:cNvSpPr txBox="1"/>
          <p:nvPr>
            <p:custDataLst>
              <p:tags r:id="rId4"/>
            </p:custDataLst>
          </p:nvPr>
        </p:nvSpPr>
        <p:spPr>
          <a:xfrm>
            <a:off x="457199" y="2386736"/>
            <a:ext cx="3703320" cy="4014064"/>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90000"/>
              </a:lnSpc>
              <a:spcAft>
                <a:spcPts val="400"/>
              </a:spcAft>
              <a:buClr>
                <a:schemeClr val="accent1"/>
              </a:buClr>
              <a:buFont typeface="Arial" panose="020B0604020202020204" pitchFamily="34" charset="0"/>
              <a:buChar char="•"/>
              <a:defRPr sz="1250"/>
            </a:lvl1pPr>
          </a:lstStyle>
          <a:p>
            <a:pPr>
              <a:lnSpc>
                <a:spcPct val="100000"/>
              </a:lnSpc>
              <a:spcAft>
                <a:spcPts val="800"/>
              </a:spcAft>
            </a:pPr>
            <a:r>
              <a:rPr lang="en-US" noProof="1"/>
              <a:t>ARIA automates routine coding tasks, reducing time to the first working draft from days to minutes.</a:t>
            </a:r>
          </a:p>
          <a:p>
            <a:pPr>
              <a:lnSpc>
                <a:spcPct val="100000"/>
              </a:lnSpc>
              <a:spcAft>
                <a:spcPts val="800"/>
              </a:spcAft>
            </a:pPr>
            <a:r>
              <a:rPr lang="en-US" noProof="1"/>
              <a:t>Developers can focus on review, refinement, and creative problem-solving instead of boilerplate code.</a:t>
            </a:r>
          </a:p>
          <a:p>
            <a:pPr>
              <a:lnSpc>
                <a:spcPct val="100000"/>
              </a:lnSpc>
              <a:spcAft>
                <a:spcPts val="800"/>
              </a:spcAft>
            </a:pPr>
            <a:r>
              <a:rPr lang="en-US" noProof="1"/>
              <a:t>Rapid prototyping enabled by ARIA shortens feedback loops and accelerates delivery timelines.</a:t>
            </a:r>
          </a:p>
          <a:p>
            <a:pPr>
              <a:lnSpc>
                <a:spcPct val="100000"/>
              </a:lnSpc>
              <a:spcAft>
                <a:spcPts val="800"/>
              </a:spcAft>
            </a:pPr>
            <a:r>
              <a:rPr lang="en-US" noProof="1"/>
              <a:t>Consistent automation reduces manual errors that often delay project progress.</a:t>
            </a:r>
          </a:p>
          <a:p>
            <a:pPr>
              <a:lnSpc>
                <a:spcPct val="100000"/>
              </a:lnSpc>
              <a:spcAft>
                <a:spcPts val="800"/>
              </a:spcAft>
            </a:pPr>
            <a:r>
              <a:rPr lang="en-US" noProof="1"/>
              <a:t>Faster coding cycles enhance overall team productivity and project throughput.</a:t>
            </a:r>
          </a:p>
        </p:txBody>
      </p:sp>
      <p:sp>
        <p:nvSpPr>
          <p:cNvPr id="20" name="Google Shape;10527;p9415">
            <a:extLst>
              <a:ext uri="{FF2B5EF4-FFF2-40B4-BE49-F238E27FC236}">
                <a16:creationId xmlns:a16="http://schemas.microsoft.com/office/drawing/2014/main" id="{5FE85867-C834-387F-4E5E-795F12D2B400}"/>
              </a:ext>
            </a:extLst>
          </p:cNvPr>
          <p:cNvSpPr txBox="1"/>
          <p:nvPr>
            <p:custDataLst>
              <p:tags r:id="rId5"/>
            </p:custDataLst>
          </p:nvPr>
        </p:nvSpPr>
        <p:spPr>
          <a:xfrm>
            <a:off x="457199" y="2002688"/>
            <a:ext cx="3703320" cy="384048"/>
          </a:xfrm>
          <a:prstGeom prst="rect">
            <a:avLst/>
          </a:prstGeom>
          <a:solidFill>
            <a:schemeClr val="accent1"/>
          </a:solidFill>
          <a:ln>
            <a:noFill/>
          </a:ln>
        </p:spPr>
        <p:txBody>
          <a:bodyPr spcFirstLastPara="1" wrap="square" lIns="91440" tIns="45720" rIns="91440" bIns="45720" anchor="ctr" anchorCtr="0">
            <a:normAutofit/>
          </a:bodyPr>
          <a:lstStyle/>
          <a:p>
            <a:pPr>
              <a:buSzPts val="1100"/>
            </a:pPr>
            <a:r>
              <a:rPr lang="en-US" sz="1250" b="1" noProof="1">
                <a:solidFill>
                  <a:schemeClr val="bg1"/>
                </a:solidFill>
                <a:latin typeface="+mj-lt"/>
              </a:rPr>
              <a:t>Speed: Accelerate Development Cycles</a:t>
            </a:r>
          </a:p>
        </p:txBody>
      </p:sp>
      <p:sp>
        <p:nvSpPr>
          <p:cNvPr id="21" name="Google Shape;703;p114">
            <a:extLst>
              <a:ext uri="{FF2B5EF4-FFF2-40B4-BE49-F238E27FC236}">
                <a16:creationId xmlns:a16="http://schemas.microsoft.com/office/drawing/2014/main" id="{3D33D463-34EE-FBC3-2A6D-762DE7DA90C4}"/>
              </a:ext>
            </a:extLst>
          </p:cNvPr>
          <p:cNvSpPr txBox="1"/>
          <p:nvPr>
            <p:custDataLst>
              <p:tags r:id="rId6"/>
            </p:custDataLst>
          </p:nvPr>
        </p:nvSpPr>
        <p:spPr>
          <a:xfrm>
            <a:off x="4244340" y="2386736"/>
            <a:ext cx="3703320" cy="4014064"/>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90000"/>
              </a:lnSpc>
              <a:spcAft>
                <a:spcPts val="400"/>
              </a:spcAft>
              <a:buClr>
                <a:schemeClr val="accent1"/>
              </a:buClr>
              <a:buFont typeface="Arial" panose="020B0604020202020204" pitchFamily="34" charset="0"/>
              <a:buChar char="•"/>
              <a:defRPr sz="1250"/>
            </a:lvl1pPr>
          </a:lstStyle>
          <a:p>
            <a:pPr>
              <a:lnSpc>
                <a:spcPct val="100000"/>
              </a:lnSpc>
              <a:spcAft>
                <a:spcPts val="800"/>
              </a:spcAft>
            </a:pPr>
            <a:r>
              <a:rPr lang="en-US" noProof="1"/>
              <a:t>ARIA embeds C&amp;IB Digital’s vetted coding standards and methodologies into every generated output.</a:t>
            </a:r>
          </a:p>
          <a:p>
            <a:pPr>
              <a:lnSpc>
                <a:spcPct val="100000"/>
              </a:lnSpc>
              <a:spcAft>
                <a:spcPts val="800"/>
              </a:spcAft>
            </a:pPr>
            <a:r>
              <a:rPr lang="en-US" noProof="1"/>
              <a:t>All projects automatically conform to security, API, and testing guidelines regardless of developer experience.</a:t>
            </a:r>
          </a:p>
          <a:p>
            <a:pPr>
              <a:lnSpc>
                <a:spcPct val="100000"/>
              </a:lnSpc>
              <a:spcAft>
                <a:spcPts val="800"/>
              </a:spcAft>
            </a:pPr>
            <a:r>
              <a:rPr lang="en-US" noProof="1"/>
              <a:t>Minimizes variability in code quality, reducing audit risks and maintenance overhead.</a:t>
            </a:r>
          </a:p>
          <a:p>
            <a:pPr>
              <a:lnSpc>
                <a:spcPct val="100000"/>
              </a:lnSpc>
              <a:spcAft>
                <a:spcPts val="800"/>
              </a:spcAft>
            </a:pPr>
            <a:r>
              <a:rPr lang="en-US" noProof="1"/>
              <a:t>Ensures compliance with internal and external regulatory requirements through standardized practices.</a:t>
            </a:r>
          </a:p>
          <a:p>
            <a:pPr>
              <a:lnSpc>
                <a:spcPct val="100000"/>
              </a:lnSpc>
              <a:spcAft>
                <a:spcPts val="800"/>
              </a:spcAft>
            </a:pPr>
            <a:r>
              <a:rPr lang="en-US" noProof="1"/>
              <a:t>Facilitates cross-team collaboration by maintaining a consistent codebase style and structure.</a:t>
            </a:r>
          </a:p>
        </p:txBody>
      </p:sp>
      <p:sp>
        <p:nvSpPr>
          <p:cNvPr id="22" name="Google Shape;10527;p9415">
            <a:extLst>
              <a:ext uri="{FF2B5EF4-FFF2-40B4-BE49-F238E27FC236}">
                <a16:creationId xmlns:a16="http://schemas.microsoft.com/office/drawing/2014/main" id="{41D6BBBF-AE5B-5B60-B37F-D7FF54AA345C}"/>
              </a:ext>
            </a:extLst>
          </p:cNvPr>
          <p:cNvSpPr txBox="1"/>
          <p:nvPr>
            <p:custDataLst>
              <p:tags r:id="rId7"/>
            </p:custDataLst>
          </p:nvPr>
        </p:nvSpPr>
        <p:spPr>
          <a:xfrm>
            <a:off x="4244340" y="2002688"/>
            <a:ext cx="3703320" cy="384048"/>
          </a:xfrm>
          <a:prstGeom prst="rect">
            <a:avLst/>
          </a:prstGeom>
          <a:solidFill>
            <a:schemeClr val="accent1"/>
          </a:solidFill>
          <a:ln>
            <a:noFill/>
          </a:ln>
        </p:spPr>
        <p:txBody>
          <a:bodyPr spcFirstLastPara="1" wrap="square" lIns="91440" tIns="45720" rIns="91440" bIns="45720" anchor="ctr" anchorCtr="0">
            <a:normAutofit/>
          </a:bodyPr>
          <a:lstStyle/>
          <a:p>
            <a:pPr>
              <a:buSzPts val="1100"/>
            </a:pPr>
            <a:r>
              <a:rPr lang="en-US" sz="1250" b="1" noProof="1">
                <a:solidFill>
                  <a:schemeClr val="bg1"/>
                </a:solidFill>
                <a:latin typeface="+mj-lt"/>
              </a:rPr>
              <a:t>Consistency: Uniform Standards Across Teams</a:t>
            </a:r>
          </a:p>
        </p:txBody>
      </p:sp>
      <p:sp>
        <p:nvSpPr>
          <p:cNvPr id="2" name="Google Shape;703;p114">
            <a:extLst>
              <a:ext uri="{FF2B5EF4-FFF2-40B4-BE49-F238E27FC236}">
                <a16:creationId xmlns:a16="http://schemas.microsoft.com/office/drawing/2014/main" id="{6B3348D8-44E8-8817-262F-13141DAE2C54}"/>
              </a:ext>
            </a:extLst>
          </p:cNvPr>
          <p:cNvSpPr txBox="1"/>
          <p:nvPr>
            <p:custDataLst>
              <p:tags r:id="rId8"/>
            </p:custDataLst>
          </p:nvPr>
        </p:nvSpPr>
        <p:spPr>
          <a:xfrm>
            <a:off x="8031480" y="2386736"/>
            <a:ext cx="3703320" cy="4014064"/>
          </a:xfrm>
          <a:prstGeom prst="rect">
            <a:avLst/>
          </a:prstGeom>
          <a:noFill/>
          <a:ln>
            <a:noFill/>
          </a:ln>
        </p:spPr>
        <p:txBody>
          <a:bodyPr spcFirstLastPara="1" wrap="square" lIns="91440" tIns="91440" rIns="91440" bIns="0" anchor="t" anchorCtr="0">
            <a:normAutofit/>
          </a:bodyPr>
          <a:lstStyle>
            <a:defPPr>
              <a:defRPr lang="en-US"/>
            </a:defPPr>
            <a:lvl1pPr marL="295275" indent="-230188">
              <a:lnSpc>
                <a:spcPct val="90000"/>
              </a:lnSpc>
              <a:spcAft>
                <a:spcPts val="400"/>
              </a:spcAft>
              <a:buClr>
                <a:schemeClr val="accent1"/>
              </a:buClr>
              <a:buFont typeface="Arial" panose="020B0604020202020204" pitchFamily="34" charset="0"/>
              <a:buChar char="•"/>
              <a:defRPr sz="1250"/>
            </a:lvl1pPr>
          </a:lstStyle>
          <a:p>
            <a:pPr>
              <a:lnSpc>
                <a:spcPct val="100000"/>
              </a:lnSpc>
              <a:spcAft>
                <a:spcPts val="800"/>
              </a:spcAft>
            </a:pPr>
            <a:r>
              <a:rPr lang="en-US" noProof="1"/>
              <a:t>New team members benefit from ARIA’s built-in best practices without relying on senior developer mentorship.</a:t>
            </a:r>
          </a:p>
          <a:p>
            <a:pPr>
              <a:lnSpc>
                <a:spcPct val="100000"/>
              </a:lnSpc>
              <a:spcAft>
                <a:spcPts val="800"/>
              </a:spcAft>
            </a:pPr>
            <a:r>
              <a:rPr lang="en-US" noProof="1"/>
              <a:t>Reduces knowledge silos by converting tribal knowledge into accessible, reusable AI-driven guidance.</a:t>
            </a:r>
          </a:p>
          <a:p>
            <a:pPr>
              <a:lnSpc>
                <a:spcPct val="100000"/>
              </a:lnSpc>
              <a:spcAft>
                <a:spcPts val="800"/>
              </a:spcAft>
            </a:pPr>
            <a:r>
              <a:rPr lang="en-US" noProof="1"/>
              <a:t>Shortens the learning curve, enabling developers to contribute effectively much sooner.</a:t>
            </a:r>
          </a:p>
          <a:p>
            <a:pPr>
              <a:lnSpc>
                <a:spcPct val="100000"/>
              </a:lnSpc>
              <a:spcAft>
                <a:spcPts val="800"/>
              </a:spcAft>
            </a:pPr>
            <a:r>
              <a:rPr lang="en-US" noProof="1"/>
              <a:t>Supports continuous learning by providing up-to-date standards embedded within ARIA.</a:t>
            </a:r>
          </a:p>
          <a:p>
            <a:pPr>
              <a:lnSpc>
                <a:spcPct val="100000"/>
              </a:lnSpc>
              <a:spcAft>
                <a:spcPts val="800"/>
              </a:spcAft>
            </a:pPr>
            <a:r>
              <a:rPr lang="en-US" noProof="1"/>
              <a:t>Improves developer confidence and reduces onboarding friction, accelerating integration into projects.</a:t>
            </a:r>
          </a:p>
        </p:txBody>
      </p:sp>
      <p:sp>
        <p:nvSpPr>
          <p:cNvPr id="4" name="Google Shape;10527;p9415">
            <a:extLst>
              <a:ext uri="{FF2B5EF4-FFF2-40B4-BE49-F238E27FC236}">
                <a16:creationId xmlns:a16="http://schemas.microsoft.com/office/drawing/2014/main" id="{554140F4-63E9-994A-B783-D179324F2960}"/>
              </a:ext>
            </a:extLst>
          </p:cNvPr>
          <p:cNvSpPr txBox="1"/>
          <p:nvPr>
            <p:custDataLst>
              <p:tags r:id="rId9"/>
            </p:custDataLst>
          </p:nvPr>
        </p:nvSpPr>
        <p:spPr>
          <a:xfrm>
            <a:off x="8031480" y="2002688"/>
            <a:ext cx="3703320" cy="384048"/>
          </a:xfrm>
          <a:prstGeom prst="rect">
            <a:avLst/>
          </a:prstGeom>
          <a:solidFill>
            <a:schemeClr val="accent1"/>
          </a:solidFill>
          <a:ln>
            <a:noFill/>
          </a:ln>
        </p:spPr>
        <p:txBody>
          <a:bodyPr spcFirstLastPara="1" wrap="square" lIns="91440" tIns="45720" rIns="91440" bIns="45720" anchor="ctr" anchorCtr="0">
            <a:normAutofit/>
          </a:bodyPr>
          <a:lstStyle/>
          <a:p>
            <a:pPr>
              <a:buSzPts val="1100"/>
            </a:pPr>
            <a:r>
              <a:rPr lang="en-US" sz="1250" b="1" noProof="1">
                <a:solidFill>
                  <a:schemeClr val="bg1"/>
                </a:solidFill>
                <a:latin typeface="+mj-lt"/>
              </a:rPr>
              <a:t>Onboarding: Faster Ramp-up for New Developers</a:t>
            </a:r>
          </a:p>
        </p:txBody>
      </p:sp>
      <p:sp>
        <p:nvSpPr>
          <p:cNvPr id="7" name="Text Placeholder 3">
            <a:extLst>
              <a:ext uri="{FF2B5EF4-FFF2-40B4-BE49-F238E27FC236}">
                <a16:creationId xmlns:a16="http://schemas.microsoft.com/office/drawing/2014/main" id="{2F55D727-4A24-9409-074A-75DA9D5878F3}"/>
              </a:ext>
            </a:extLst>
          </p:cNvPr>
          <p:cNvSpPr txBox="1">
            <a:spLocks/>
          </p:cNvSpPr>
          <p:nvPr>
            <p:custDataLst>
              <p:tags r:id="rId10"/>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Benefits</a:t>
            </a:r>
          </a:p>
        </p:txBody>
      </p:sp>
      <p:sp>
        <p:nvSpPr>
          <p:cNvPr id="9" name="Text Placeholder 4">
            <a:extLst>
              <a:ext uri="{FF2B5EF4-FFF2-40B4-BE49-F238E27FC236}">
                <a16:creationId xmlns:a16="http://schemas.microsoft.com/office/drawing/2014/main" id="{0401A6DC-D8EE-4FF2-751D-0A73226294B4}"/>
              </a:ext>
            </a:extLst>
          </p:cNvPr>
          <p:cNvSpPr txBox="1">
            <a:spLocks/>
          </p:cNvSpPr>
          <p:nvPr>
            <p:custDataLst>
              <p:tags r:id="rId11"/>
            </p:custDataLst>
          </p:nvPr>
        </p:nvSpPr>
        <p:spPr>
          <a:xfrm>
            <a:off x="457200" y="1219200"/>
            <a:ext cx="11277600" cy="694944"/>
          </a:xfrm>
          <a:prstGeom prst="rect">
            <a:avLst/>
          </a:prstGeom>
          <a:solidFill>
            <a:schemeClr val="bg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mn-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pPr>
            <a:r>
              <a:rPr lang="en-US" sz="1250" noProof="1">
                <a:solidFill>
                  <a:schemeClr val="tx2"/>
                </a:solidFill>
              </a:rPr>
              <a:t>ARIA delivers transformative benefits by dramatically speeding development, ensuring consistent coding standards across all projects, and simplifying onboarding for new developers. This triad of advantages enhances overall team efficiency, quality, and scalability across the C&amp;IB Digital division.</a:t>
            </a:r>
          </a:p>
        </p:txBody>
      </p:sp>
      <p:sp>
        <p:nvSpPr>
          <p:cNvPr id="10" name="Slide Number Placeholder 9">
            <a:extLst>
              <a:ext uri="{FF2B5EF4-FFF2-40B4-BE49-F238E27FC236}">
                <a16:creationId xmlns:a16="http://schemas.microsoft.com/office/drawing/2014/main" id="{EF49CCD3-7DAF-EB5D-BF58-BCA12AE8C872}"/>
              </a:ext>
            </a:extLst>
          </p:cNvPr>
          <p:cNvSpPr>
            <a:spLocks noGrp="1"/>
          </p:cNvSpPr>
          <p:nvPr>
            <p:ph type="sldNum" sz="quarter" idx="17"/>
          </p:nvPr>
        </p:nvSpPr>
        <p:spPr/>
        <p:txBody>
          <a:bodyPr/>
          <a:lstStyle/>
          <a:p>
            <a:fld id="{0122C274-3D99-4A24-ADE9-DD3F36DBA14D}" type="slidenum">
              <a:rPr lang="en-US" smtClean="0"/>
              <a:t>33</a:t>
            </a:fld>
            <a:endParaRPr lang="en-US"/>
          </a:p>
        </p:txBody>
      </p:sp>
      <p:sp>
        <p:nvSpPr>
          <p:cNvPr id="11" name="Rectangle 10">
            <a:extLst>
              <a:ext uri="{FF2B5EF4-FFF2-40B4-BE49-F238E27FC236}">
                <a16:creationId xmlns:a16="http://schemas.microsoft.com/office/drawing/2014/main" id="{2AE5F892-5294-8756-61D2-DF75C8C9588E}"/>
              </a:ext>
            </a:extLst>
          </p:cNvPr>
          <p:cNvSpPr>
            <a:spLocks noChangeAspect="1"/>
          </p:cNvSpPr>
          <p:nvPr>
            <p:custDataLst>
              <p:tags r:id="rId12"/>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692561891"/>
      </p:ext>
    </p:extLst>
  </p:cSld>
  <p:clrMapOvr>
    <a:masterClrMapping/>
  </p:clrMapOvr>
</p:sld>
</file>

<file path=ppt/slides/slide83210.xml><?xml version="1.0" encoding="utf-8"?>
<p:sld xmlns:a16="http://schemas.microsoft.com/office/drawing/2014/main" xmlns:mc="http://schemas.openxmlformats.org/markup-compatibility/2006" xmlns:v="urn:schemas-microsoft-com:vml"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DA747-0803-12CB-3535-9C81138B872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50EC6CE-ECFC-1CCD-4C39-1A8CF5228CCC}"/>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3" imgW="7772400" imgH="10058400" progId="TCLayout.ActiveDocument.1">
                  <p:embed/>
                </p:oleObj>
              </mc:Choice>
              <mc:Fallback>
                <p:oleObj name="think-cell Slide" r:id="rId13" imgW="7772400" imgH="10058400" progId="TCLayout.ActiveDocument.1">
                  <p:embed/>
                  <p:pic>
                    <p:nvPicPr>
                      <p:cNvPr id="9" name="think-cell data - do not delete" hidden="1">
                        <a:extLst>
                          <a:ext uri="{FF2B5EF4-FFF2-40B4-BE49-F238E27FC236}">
                            <a16:creationId xmlns:a16="http://schemas.microsoft.com/office/drawing/2014/main" id="{F50EC6CE-ECFC-1CCD-4C39-1A8CF5228CCC}"/>
                          </a:ext>
                        </a:extLst>
                      </p:cNvPr>
                      <p:cNvPicPr/>
                      <p:nvPr/>
                    </p:nvPicPr>
                    <p:blipFill>
                      <a:blip r:embed="R18a1323df8b64e9a"/>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F5B7D54-B678-0AA0-222D-1844CE09BF78}"/>
              </a:ext>
            </a:extLst>
          </p:cNvPr>
          <p:cNvSpPr>
            <a:spLocks noGrp="1"/>
          </p:cNvSpPr>
          <p:nvPr>
            <p:ph type="title"/>
            <p:custDataLst>
              <p:tags r:id="rId3"/>
            </p:custDataLst>
          </p:nvPr>
        </p:nvSpPr>
        <p:spPr/>
        <p:txBody>
          <a:bodyPr vert="horz" lIns="0" tIns="91440" rIns="0" bIns="45720" rtlCol="0" anchor="ctr">
            <a:normAutofit/>
          </a:bodyPr>
          <a:lstStyle/>
          <a:p>
            <a:pPr/>
            <a:r>
              <a:rPr lang="en-US" noProof="1"/>
              <a:t>Proof Point: API Development at C&amp;IB Digital</a:t>
            </a:r>
          </a:p>
        </p:txBody>
      </p:sp>
      <p:sp>
        <p:nvSpPr>
          <p:cNvPr id="2" name="Google Shape;703;p114">
            <a:extLst>
              <a:ext uri="{FF2B5EF4-FFF2-40B4-BE49-F238E27FC236}">
                <a16:creationId xmlns:a16="http://schemas.microsoft.com/office/drawing/2014/main" id="{0311ECC4-1562-B713-3FFF-3635C63A0047}"/>
              </a:ext>
            </a:extLst>
          </p:cNvPr>
          <p:cNvSpPr txBox="1"/>
          <p:nvPr>
            <p:custDataLst>
              <p:tags r:id="rId4"/>
            </p:custDataLst>
          </p:nvPr>
        </p:nvSpPr>
        <p:spPr>
          <a:xfrm>
            <a:off x="7011083" y="1674622"/>
            <a:ext cx="4723716" cy="4599719"/>
          </a:xfrm>
          <a:prstGeom prst="rect">
            <a:avLst/>
          </a:prstGeom>
          <a:noFill/>
          <a:ln>
            <a:noFill/>
          </a:ln>
        </p:spPr>
        <p:txBody>
          <a:bodyPr spcFirstLastPara="1" wrap="square" lIns="182880" tIns="91440" rIns="91440" bIns="0" anchor="t" anchorCtr="0">
            <a:normAutofit/>
          </a:bodyPr>
          <a:lstStyle>
            <a:defPPr>
              <a:defRPr lang="en-US"/>
            </a:defPPr>
            <a:lvl1pPr marL="295275" indent="-230188">
              <a:lnSpc>
                <a:spcPct val="100000"/>
              </a:lnSpc>
              <a:spcAft>
                <a:spcPts val="800"/>
              </a:spcAft>
              <a:buClrTx/>
              <a:buFont typeface="Arial" panose="020B0604020202020204" pitchFamily="34" charset="0"/>
              <a:buChar char="•"/>
              <a:defRPr sz="1400"/>
            </a:lvl1pPr>
          </a:lstStyle>
          <a:p>
            <a:pPr>
              <a:buClr>
                <a:schemeClr val="accent1"/>
              </a:buClr>
            </a:pPr>
            <a:r>
              <a:rPr lang="en-US" noProof="1"/>
              <a:t>C&amp;IB Digital enforces strict API development standards: naming conventions, security protocols, error handling, and documentation.</a:t>
            </a:r>
          </a:p>
          <a:p>
            <a:pPr>
              <a:buClr>
                <a:schemeClr val="accent1"/>
              </a:buClr>
            </a:pPr>
            <a:r>
              <a:rPr lang="en-US" noProof="1"/>
              <a:t>ARIA is loaded with these standards as reusable Agent Skills, activated on demand during code generation.</a:t>
            </a:r>
          </a:p>
          <a:p>
            <a:pPr>
              <a:buClr>
                <a:schemeClr val="accent1"/>
              </a:buClr>
            </a:pPr>
            <a:r>
              <a:rPr lang="en-US" noProof="1"/>
              <a:t>ARIA automatically applies all relevant standards when building a new API, ensuring consistent quality.</a:t>
            </a:r>
          </a:p>
          <a:p>
            <a:pPr>
              <a:buClr>
                <a:schemeClr val="accent1"/>
              </a:buClr>
            </a:pPr>
            <a:r>
              <a:rPr lang="en-US" noProof="1"/>
              <a:t>This enables ARIA to complete ~80% of API code within minutes, accelerating development cycles.</a:t>
            </a:r>
          </a:p>
          <a:p>
            <a:pPr>
              <a:buClr>
                <a:schemeClr val="accent1"/>
              </a:buClr>
            </a:pPr>
            <a:r>
              <a:rPr lang="en-US" noProof="1"/>
              <a:t>Developers save time and reduce errors, benefiting from standardized, high-quality code output.</a:t>
            </a:r>
          </a:p>
        </p:txBody>
      </p:sp>
      <p:sp>
        <p:nvSpPr>
          <p:cNvPr id="7" name="Google Shape;10527;p9415">
            <a:extLst>
              <a:ext uri="{FF2B5EF4-FFF2-40B4-BE49-F238E27FC236}">
                <a16:creationId xmlns:a16="http://schemas.microsoft.com/office/drawing/2014/main" id="{17F9A701-9DC9-A84F-359C-4A75CE9C226B}"/>
              </a:ext>
            </a:extLst>
          </p:cNvPr>
          <p:cNvSpPr txBox="1"/>
          <p:nvPr>
            <p:custDataLst>
              <p:tags r:id="rId5"/>
            </p:custDataLst>
          </p:nvPr>
        </p:nvSpPr>
        <p:spPr>
          <a:xfrm>
            <a:off x="7011083" y="1219200"/>
            <a:ext cx="4723716" cy="455422"/>
          </a:xfrm>
          <a:prstGeom prst="rect">
            <a:avLst/>
          </a:prstGeom>
          <a:noFill/>
          <a:ln>
            <a:noFill/>
          </a:ln>
        </p:spPr>
        <p:txBody>
          <a:bodyPr spcFirstLastPara="1" wrap="square" lIns="182880" tIns="45720" rIns="45720" bIns="45720" anchor="ctr" anchorCtr="0">
            <a:normAutofit/>
          </a:bodyPr>
          <a:lstStyle/>
          <a:p>
            <a:pPr>
              <a:buSzPts val="1100"/>
            </a:pPr>
            <a:r>
              <a:rPr lang="en-US" sz="1400" b="1" noProof="1">
                <a:solidFill>
                  <a:schemeClr val="accent1"/>
                </a:solidFill>
                <a:latin typeface="+mj-lt"/>
              </a:rPr>
              <a:t>Demo Setup: API Development Standards</a:t>
            </a:r>
          </a:p>
        </p:txBody>
      </p:sp>
      <p:sp>
        <p:nvSpPr>
          <p:cNvPr id="5" name="Triangle 4">
            <a:extLst>
              <a:ext uri="{FF2B5EF4-FFF2-40B4-BE49-F238E27FC236}">
                <a16:creationId xmlns:a16="http://schemas.microsoft.com/office/drawing/2014/main" id="{1E2D2286-E3EE-46D9-C17B-34B13E8DAC47}"/>
              </a:ext>
            </a:extLst>
          </p:cNvPr>
          <p:cNvSpPr/>
          <p:nvPr/>
        </p:nvSpPr>
        <p:spPr>
          <a:xfrm rot="5400000">
            <a:off x="611422" y="5850636"/>
            <a:ext cx="182880" cy="10972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Text Placeholder 4">
            <a:extLst>
              <a:ext uri="{FF2B5EF4-FFF2-40B4-BE49-F238E27FC236}">
                <a16:creationId xmlns:a16="http://schemas.microsoft.com/office/drawing/2014/main" id="{4B4C4C45-1E9C-B59C-879F-47DF2F682C7C}"/>
              </a:ext>
            </a:extLst>
          </p:cNvPr>
          <p:cNvSpPr txBox="1">
            <a:spLocks/>
          </p:cNvSpPr>
          <p:nvPr>
            <p:custDataLst>
              <p:tags r:id="rId6"/>
            </p:custDataLst>
          </p:nvPr>
        </p:nvSpPr>
        <p:spPr>
          <a:xfrm>
            <a:off x="457200" y="1219201"/>
            <a:ext cx="2514600" cy="5055140"/>
          </a:xfrm>
          <a:prstGeom prst="rect">
            <a:avLst/>
          </a:prstGeom>
          <a:solidFill>
            <a:schemeClr val="accent1"/>
          </a:solidFill>
        </p:spPr>
        <p:txBody>
          <a:bodyPr vert="horz" lIns="365760" tIns="502920" rIns="274320" bIns="9144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200" kern="1200">
                <a:solidFill>
                  <a:schemeClr val="tx1"/>
                </a:solidFill>
                <a:latin typeface="+mn-lt"/>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sz="1300" noProof="1">
                <a:solidFill>
                  <a:schemeClr val="bg1"/>
                </a:solidFill>
              </a:rPr>
              <a:t>ARIA uses C&amp;IB Digital’s API standards as Agent Skills to generate about 80% of API code within minutes, ensuring consistent, high-quality output and speeding development.</a:t>
            </a:r>
          </a:p>
        </p:txBody>
      </p:sp>
      <p:pic>
        <p:nvPicPr>
          <p:cNvPr id="4" name="Picture 2" descr="image">
            <a:extLst>
              <a:ext uri="{FF2B5EF4-FFF2-40B4-BE49-F238E27FC236}">
                <a16:creationId xmlns:a16="http://schemas.microsoft.com/office/drawing/2014/main" id="{B19F90CE-7D41-AA95-F2C5-2125664BD99A}"/>
              </a:ext>
            </a:extLst>
          </p:cNvPr>
          <p:cNvPicPr>
            <a:picLocks noChangeArrowheads="1"/>
          </p:cNvPicPr>
          <p:nvPr>
            <p:custDataLst>
              <p:tags r:id="rId7"/>
            </p:custDataLst>
          </p:nvPr>
        </p:nvPicPr>
        <p:blipFill rotWithShape="1">
          <a:blip r:embed="rId15" cstate="screen">
            <a:extLst>
              <a:ext uri="{28A0092B-C50C-407E-A947-70E740481C1C}">
                <a14:useLocalDpi xmlns:a14="http://schemas.microsoft.com/office/drawing/2010/main"/>
              </a:ext>
            </a:extLst>
          </a:blip>
          <a:srcRect t="742" b="742"/>
          <a:stretch/>
        </p:blipFill>
        <p:spPr bwMode="auto">
          <a:xfrm>
            <a:off x="3084543" y="1219200"/>
            <a:ext cx="3813797" cy="5055140"/>
          </a:xfrm>
          <a:prstGeom prst="rect">
            <a:avLst/>
          </a:prstGeom>
          <a:noFill/>
          <a:extLst>
            <a:ext uri="{909E8E84-426E-40DD-AFC4-6F175D3DCCD1}">
              <a14:hiddenFill xmlns:a14="http://schemas.microsoft.com/office/drawing/2010/main">
                <a:solidFill>
                  <a:srgbClr val="FFFFFF"/>
                </a:solidFill>
              </a14:hiddenFill>
            </a:ext>
          </a:extLst>
        </p:spPr>
      </p:pic>
      <p:sp>
        <p:nvSpPr>
          <p:cNvPr id="6" name="Triangle 5">
            <a:extLst>
              <a:ext uri="{FF2B5EF4-FFF2-40B4-BE49-F238E27FC236}">
                <a16:creationId xmlns:a16="http://schemas.microsoft.com/office/drawing/2014/main" id="{80DC06E1-C153-4B9C-8450-824BF427A09E}"/>
              </a:ext>
            </a:extLst>
          </p:cNvPr>
          <p:cNvSpPr/>
          <p:nvPr/>
        </p:nvSpPr>
        <p:spPr>
          <a:xfrm rot="5400000">
            <a:off x="611422" y="1519174"/>
            <a:ext cx="182880" cy="10972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1" name="Text Placeholder 3">
            <a:extLst>
              <a:ext uri="{FF2B5EF4-FFF2-40B4-BE49-F238E27FC236}">
                <a16:creationId xmlns:a16="http://schemas.microsoft.com/office/drawing/2014/main" id="{390D8209-4A2D-3A94-C4A3-983EC5274C88}"/>
              </a:ext>
            </a:extLst>
          </p:cNvPr>
          <p:cNvSpPr txBox="1">
            <a:spLocks/>
          </p:cNvSpPr>
          <p:nvPr>
            <p:custDataLst>
              <p:tags r:id="rId8"/>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Demo</a:t>
            </a:r>
          </a:p>
        </p:txBody>
      </p:sp>
      <p:sp>
        <p:nvSpPr>
          <p:cNvPr id="13" name="Slide Number Placeholder 12">
            <a:extLst>
              <a:ext uri="{FF2B5EF4-FFF2-40B4-BE49-F238E27FC236}">
                <a16:creationId xmlns:a16="http://schemas.microsoft.com/office/drawing/2014/main" id="{2C0663B5-D64C-E57D-9345-172C7EA55C8A}"/>
              </a:ext>
            </a:extLst>
          </p:cNvPr>
          <p:cNvSpPr>
            <a:spLocks noGrp="1"/>
          </p:cNvSpPr>
          <p:nvPr>
            <p:ph type="sldNum" sz="quarter" idx="17"/>
          </p:nvPr>
        </p:nvSpPr>
        <p:spPr/>
        <p:txBody>
          <a:bodyPr/>
          <a:lstStyle/>
          <a:p>
            <a:fld id="{0122C274-3D99-4A24-ADE9-DD3F36DBA14D}" type="slidenum">
              <a:rPr lang="en-US" smtClean="0"/>
              <a:t>83</a:t>
            </a:fld>
            <a:endParaRPr lang="en-US"/>
          </a:p>
        </p:txBody>
      </p:sp>
      <p:sp>
        <p:nvSpPr>
          <p:cNvPr id="14" name="Rectangle 13">
            <a:extLst>
              <a:ext uri="{FF2B5EF4-FFF2-40B4-BE49-F238E27FC236}">
                <a16:creationId xmlns:a16="http://schemas.microsoft.com/office/drawing/2014/main" id="{D5EBFDC2-036A-92D8-13E6-23979F0EC40E}"/>
              </a:ext>
            </a:extLst>
          </p:cNvPr>
          <p:cNvSpPr>
            <a:spLocks noChangeAspect="1"/>
          </p:cNvSpPr>
          <p:nvPr>
            <p:custDataLst>
              <p:tags r:id="rId9"/>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2235804838"/>
      </p:ext>
    </p:extLst>
  </p:cSld>
  <p:clrMapOvr>
    <a:masterClrMapping/>
  </p:clrMapOvr>
</p:sld>
</file>

<file path=ppt/slides/slide129212.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BBF25-95EA-6151-ACC3-627B7A11729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935C5A0-EAF7-F499-6279-BD2575548BBC}"/>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8" imgW="7772400" imgH="10058400" progId="TCLayout.ActiveDocument.1">
                  <p:embed/>
                </p:oleObj>
              </mc:Choice>
              <mc:Fallback>
                <p:oleObj name="think-cell Slide" r:id="rId28" imgW="7772400" imgH="10058400" progId="TCLayout.ActiveDocument.1">
                  <p:embed/>
                  <p:pic>
                    <p:nvPicPr>
                      <p:cNvPr id="5" name="think-cell data - do not delete" hidden="1">
                        <a:extLst>
                          <a:ext uri="{FF2B5EF4-FFF2-40B4-BE49-F238E27FC236}">
                            <a16:creationId xmlns:a16="http://schemas.microsoft.com/office/drawing/2014/main" id="{D935C5A0-EAF7-F499-6279-BD2575548BBC}"/>
                          </a:ext>
                        </a:extLst>
                      </p:cNvPr>
                      <p:cNvPicPr/>
                      <p:nvPr/>
                    </p:nvPicPr>
                    <p:blipFill>
                      <a:blip r:embed="rId29"/>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18EE1E3-FE95-3376-B3D0-0C8C4EB526BB}"/>
              </a:ext>
            </a:extLst>
          </p:cNvPr>
          <p:cNvSpPr>
            <a:spLocks noGrp="1"/>
          </p:cNvSpPr>
          <p:nvPr>
            <p:ph type="title"/>
            <p:custDataLst>
              <p:tags r:id="rId3"/>
            </p:custDataLst>
          </p:nvPr>
        </p:nvSpPr>
        <p:spPr/>
        <p:txBody>
          <a:bodyPr vert="horz" lIns="0" tIns="91440" rIns="0" bIns="45720" rtlCol="0" anchor="ctr">
            <a:normAutofit/>
          </a:bodyPr>
          <a:lstStyle/>
          <a:p>
            <a:pPr/>
            <a:r>
              <a:rPr lang="en-US" noProof="1"/>
              <a:t>Demo Results at a Glance</a:t>
            </a:r>
          </a:p>
        </p:txBody>
      </p:sp>
      <p:sp>
        <p:nvSpPr>
          <p:cNvPr id="15" name="Google Shape;849;p118">
            <a:extLst>
              <a:ext uri="{FF2B5EF4-FFF2-40B4-BE49-F238E27FC236}">
                <a16:creationId xmlns:a16="http://schemas.microsoft.com/office/drawing/2014/main" id="{674E823D-CDA1-D91E-2CB8-EE3AB50B217A}"/>
              </a:ext>
            </a:extLst>
          </p:cNvPr>
          <p:cNvSpPr txBox="1"/>
          <p:nvPr>
            <p:custDataLst>
              <p:tags r:id="rId4"/>
            </p:custDataLst>
          </p:nvPr>
        </p:nvSpPr>
        <p:spPr>
          <a:xfrm>
            <a:off x="2352519" y="3642234"/>
            <a:ext cx="1818996" cy="640080"/>
          </a:xfrm>
          <a:prstGeom prst="rect">
            <a:avLst/>
          </a:prstGeom>
          <a:noFill/>
          <a:ln>
            <a:noFill/>
          </a:ln>
        </p:spPr>
        <p:txBody>
          <a:bodyPr spcFirstLastPara="1" wrap="square" lIns="0" tIns="91440" rIns="0" bIns="0" anchor="t" anchorCtr="0">
            <a:normAutofit/>
          </a:bodyPr>
          <a:lstStyle/>
          <a:p>
            <a:pPr>
              <a:buClr>
                <a:srgbClr val="000000"/>
              </a:buClr>
              <a:buSzPts val="1100"/>
            </a:pPr>
            <a:r>
              <a:rPr lang="en-US" sz="1250" b="1" noProof="1">
                <a:latin typeface="+mj-lt"/>
              </a:rPr>
              <a:t>Time to First Draft</a:t>
            </a:r>
          </a:p>
        </p:txBody>
      </p:sp>
      <p:sp>
        <p:nvSpPr>
          <p:cNvPr id="16" name="Rectangle 15">
            <a:extLst>
              <a:ext uri="{FF2B5EF4-FFF2-40B4-BE49-F238E27FC236}">
                <a16:creationId xmlns:a16="http://schemas.microsoft.com/office/drawing/2014/main" id="{A54384F8-DCAA-6E71-ACE4-55C6098AB794}"/>
              </a:ext>
            </a:extLst>
          </p:cNvPr>
          <p:cNvSpPr/>
          <p:nvPr>
            <p:custDataLst>
              <p:tags r:id="rId5"/>
            </p:custDataLst>
          </p:nvPr>
        </p:nvSpPr>
        <p:spPr>
          <a:xfrm>
            <a:off x="2352519" y="4282061"/>
            <a:ext cx="1818996" cy="20010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00" noProof="1">
                <a:solidFill>
                  <a:schemeClr val="tx2"/>
                </a:solidFill>
              </a:rPr>
              <a:t>From API specification to working code draft, ARIA reduces time from hours or days to minutes.</a:t>
            </a:r>
          </a:p>
        </p:txBody>
      </p:sp>
      <p:sp>
        <p:nvSpPr>
          <p:cNvPr id="17" name="Google Shape;849;p118">
            <a:extLst>
              <a:ext uri="{FF2B5EF4-FFF2-40B4-BE49-F238E27FC236}">
                <a16:creationId xmlns:a16="http://schemas.microsoft.com/office/drawing/2014/main" id="{5204E72C-D61D-6901-142B-6FED9626D009}"/>
              </a:ext>
            </a:extLst>
          </p:cNvPr>
          <p:cNvSpPr txBox="1"/>
          <p:nvPr>
            <p:custDataLst>
              <p:tags r:id="rId6"/>
            </p:custDataLst>
          </p:nvPr>
        </p:nvSpPr>
        <p:spPr>
          <a:xfrm>
            <a:off x="4245310" y="3642234"/>
            <a:ext cx="1818996" cy="640080"/>
          </a:xfrm>
          <a:prstGeom prst="rect">
            <a:avLst/>
          </a:prstGeom>
          <a:noFill/>
          <a:ln>
            <a:noFill/>
          </a:ln>
        </p:spPr>
        <p:txBody>
          <a:bodyPr spcFirstLastPara="1" wrap="square" lIns="0" tIns="91440" rIns="0" bIns="0" anchor="t" anchorCtr="0">
            <a:normAutofit/>
          </a:bodyPr>
          <a:lstStyle/>
          <a:p>
            <a:pPr>
              <a:buClr>
                <a:srgbClr val="000000"/>
              </a:buClr>
              <a:buSzPts val="1100"/>
            </a:pPr>
            <a:r>
              <a:rPr lang="en-US" sz="1250" b="1" noProof="1">
                <a:latin typeface="+mj-lt"/>
              </a:rPr>
              <a:t>Standards Applied</a:t>
            </a:r>
          </a:p>
        </p:txBody>
      </p:sp>
      <p:sp>
        <p:nvSpPr>
          <p:cNvPr id="18" name="Rectangle 17">
            <a:extLst>
              <a:ext uri="{FF2B5EF4-FFF2-40B4-BE49-F238E27FC236}">
                <a16:creationId xmlns:a16="http://schemas.microsoft.com/office/drawing/2014/main" id="{79B63CC0-6112-ECC0-960C-6AFC59678089}"/>
              </a:ext>
            </a:extLst>
          </p:cNvPr>
          <p:cNvSpPr/>
          <p:nvPr>
            <p:custDataLst>
              <p:tags r:id="rId7"/>
            </p:custDataLst>
          </p:nvPr>
        </p:nvSpPr>
        <p:spPr>
          <a:xfrm>
            <a:off x="4245310" y="4282314"/>
            <a:ext cx="1818996" cy="20041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00" noProof="1">
                <a:solidFill>
                  <a:schemeClr val="tx2"/>
                </a:solidFill>
              </a:rPr>
              <a:t>ARIA automatically applies over 15 coding standards and conventions during code generation.</a:t>
            </a:r>
          </a:p>
        </p:txBody>
      </p:sp>
      <p:sp>
        <p:nvSpPr>
          <p:cNvPr id="19" name="Google Shape;849;p118">
            <a:extLst>
              <a:ext uri="{FF2B5EF4-FFF2-40B4-BE49-F238E27FC236}">
                <a16:creationId xmlns:a16="http://schemas.microsoft.com/office/drawing/2014/main" id="{A3AB3828-F1D5-BA42-AAEC-6197F72A1B5C}"/>
              </a:ext>
            </a:extLst>
          </p:cNvPr>
          <p:cNvSpPr txBox="1"/>
          <p:nvPr>
            <p:custDataLst>
              <p:tags r:id="rId8"/>
            </p:custDataLst>
          </p:nvPr>
        </p:nvSpPr>
        <p:spPr>
          <a:xfrm>
            <a:off x="459729" y="3642234"/>
            <a:ext cx="1818996" cy="640080"/>
          </a:xfrm>
          <a:prstGeom prst="rect">
            <a:avLst/>
          </a:prstGeom>
          <a:noFill/>
          <a:ln>
            <a:noFill/>
          </a:ln>
        </p:spPr>
        <p:txBody>
          <a:bodyPr spcFirstLastPara="1" wrap="square" lIns="0" tIns="91440" rIns="0" bIns="0" anchor="t" anchorCtr="0">
            <a:normAutofit/>
          </a:bodyPr>
          <a:lstStyle/>
          <a:p>
            <a:pPr>
              <a:buClr>
                <a:srgbClr val="000000"/>
              </a:buClr>
              <a:buSzPts val="1100"/>
            </a:pPr>
            <a:r>
              <a:rPr lang="en-US" sz="1250" b="1" noProof="1">
                <a:latin typeface="+mj-lt"/>
              </a:rPr>
              <a:t>Coding Completion</a:t>
            </a:r>
          </a:p>
        </p:txBody>
      </p:sp>
      <p:sp>
        <p:nvSpPr>
          <p:cNvPr id="20" name="Rectangle 19">
            <a:extLst>
              <a:ext uri="{FF2B5EF4-FFF2-40B4-BE49-F238E27FC236}">
                <a16:creationId xmlns:a16="http://schemas.microsoft.com/office/drawing/2014/main" id="{3286FFA4-2109-7BCD-7617-30327F195616}"/>
              </a:ext>
            </a:extLst>
          </p:cNvPr>
          <p:cNvSpPr/>
          <p:nvPr>
            <p:custDataLst>
              <p:tags r:id="rId9"/>
            </p:custDataLst>
          </p:nvPr>
        </p:nvSpPr>
        <p:spPr>
          <a:xfrm>
            <a:off x="459729" y="4282314"/>
            <a:ext cx="1818996" cy="20041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00" noProof="1">
                <a:solidFill>
                  <a:schemeClr val="tx2"/>
                </a:solidFill>
              </a:rPr>
              <a:t>ARIA achieves approximately 80% code completion within minutes, accelerating initial development significantly.</a:t>
            </a:r>
          </a:p>
        </p:txBody>
      </p:sp>
      <p:sp>
        <p:nvSpPr>
          <p:cNvPr id="4" name="Google Shape;849;p118">
            <a:extLst>
              <a:ext uri="{FF2B5EF4-FFF2-40B4-BE49-F238E27FC236}">
                <a16:creationId xmlns:a16="http://schemas.microsoft.com/office/drawing/2014/main" id="{B9C597D9-8675-F919-5CBB-09AFBB8AE318}"/>
              </a:ext>
            </a:extLst>
          </p:cNvPr>
          <p:cNvSpPr txBox="1"/>
          <p:nvPr>
            <p:custDataLst>
              <p:tags r:id="rId10"/>
            </p:custDataLst>
          </p:nvPr>
        </p:nvSpPr>
        <p:spPr>
          <a:xfrm>
            <a:off x="457198" y="1721994"/>
            <a:ext cx="1818996" cy="1920240"/>
          </a:xfrm>
          <a:prstGeom prst="rect">
            <a:avLst/>
          </a:prstGeom>
          <a:noFill/>
          <a:ln>
            <a:noFill/>
          </a:ln>
        </p:spPr>
        <p:txBody>
          <a:bodyPr spcFirstLastPara="1" wrap="square" lIns="0" tIns="45720" rIns="0" bIns="0" anchor="b" anchorCtr="0">
            <a:normAutofit/>
          </a:bodyPr>
          <a:lstStyle>
            <a:defPPr>
              <a:defRPr lang="en-US"/>
            </a:defPPr>
            <a:lvl1pPr>
              <a:lnSpc>
                <a:spcPct val="85000"/>
              </a:lnSpc>
              <a:buClr>
                <a:srgbClr val="000000"/>
              </a:buClr>
              <a:buSzPts val="1100"/>
              <a:defRPr sz="4000" b="1">
                <a:solidFill>
                  <a:schemeClr val="accent1"/>
                </a:solidFill>
                <a:latin typeface="+mj-lt"/>
              </a:defRPr>
            </a:lvl1pPr>
          </a:lstStyle>
          <a:p>
            <a:pPr/>
            <a:r>
              <a:rPr lang="en-US" sz="3200" noProof="1"/>
              <a:t>80%</a:t>
            </a:r>
          </a:p>
        </p:txBody>
      </p:sp>
      <p:sp>
        <p:nvSpPr>
          <p:cNvPr id="7" name="Google Shape;849;p118">
            <a:extLst>
              <a:ext uri="{FF2B5EF4-FFF2-40B4-BE49-F238E27FC236}">
                <a16:creationId xmlns:a16="http://schemas.microsoft.com/office/drawing/2014/main" id="{2A2A1018-19AB-6A46-E9E0-C65FE54B5181}"/>
              </a:ext>
            </a:extLst>
          </p:cNvPr>
          <p:cNvSpPr txBox="1"/>
          <p:nvPr>
            <p:custDataLst>
              <p:tags r:id="rId11"/>
            </p:custDataLst>
          </p:nvPr>
        </p:nvSpPr>
        <p:spPr>
          <a:xfrm>
            <a:off x="2350228" y="1721994"/>
            <a:ext cx="1818996" cy="1920240"/>
          </a:xfrm>
          <a:prstGeom prst="rect">
            <a:avLst/>
          </a:prstGeom>
          <a:noFill/>
          <a:ln>
            <a:noFill/>
          </a:ln>
        </p:spPr>
        <p:txBody>
          <a:bodyPr spcFirstLastPara="1" wrap="square" lIns="0" tIns="45720" rIns="0" bIns="0" anchor="b" anchorCtr="0">
            <a:normAutofit/>
          </a:bodyPr>
          <a:lstStyle>
            <a:defPPr>
              <a:defRPr lang="en-US"/>
            </a:defPPr>
            <a:lvl1pPr>
              <a:lnSpc>
                <a:spcPct val="85000"/>
              </a:lnSpc>
              <a:buClr>
                <a:srgbClr val="000000"/>
              </a:buClr>
              <a:buSzPts val="1100"/>
              <a:defRPr sz="4000" b="1">
                <a:solidFill>
                  <a:schemeClr val="accent1"/>
                </a:solidFill>
                <a:latin typeface="+mj-lt"/>
              </a:defRPr>
            </a:lvl1pPr>
          </a:lstStyle>
          <a:p>
            <a:pPr/>
            <a:r>
              <a:rPr lang="en-US" sz="3200" noProof="1"/>
              <a:t>10 min</a:t>
            </a:r>
          </a:p>
        </p:txBody>
      </p:sp>
      <p:sp>
        <p:nvSpPr>
          <p:cNvPr id="10" name="Google Shape;849;p118">
            <a:extLst>
              <a:ext uri="{FF2B5EF4-FFF2-40B4-BE49-F238E27FC236}">
                <a16:creationId xmlns:a16="http://schemas.microsoft.com/office/drawing/2014/main" id="{A1B427BE-46C1-B61A-A434-05EBE2E7938F}"/>
              </a:ext>
            </a:extLst>
          </p:cNvPr>
          <p:cNvSpPr txBox="1"/>
          <p:nvPr>
            <p:custDataLst>
              <p:tags r:id="rId12"/>
            </p:custDataLst>
          </p:nvPr>
        </p:nvSpPr>
        <p:spPr>
          <a:xfrm>
            <a:off x="4243257" y="1721994"/>
            <a:ext cx="1818996" cy="1920240"/>
          </a:xfrm>
          <a:prstGeom prst="rect">
            <a:avLst/>
          </a:prstGeom>
          <a:noFill/>
          <a:ln>
            <a:noFill/>
          </a:ln>
        </p:spPr>
        <p:txBody>
          <a:bodyPr spcFirstLastPara="1" wrap="square" lIns="0" tIns="45720" rIns="0" bIns="0" anchor="b" anchorCtr="0">
            <a:normAutofit/>
          </a:bodyPr>
          <a:lstStyle>
            <a:defPPr>
              <a:defRPr lang="en-US"/>
            </a:defPPr>
            <a:lvl1pPr>
              <a:lnSpc>
                <a:spcPct val="85000"/>
              </a:lnSpc>
              <a:buClr>
                <a:srgbClr val="000000"/>
              </a:buClr>
              <a:buSzPts val="1100"/>
              <a:defRPr sz="4000" b="1">
                <a:solidFill>
                  <a:schemeClr val="accent1"/>
                </a:solidFill>
                <a:latin typeface="+mj-lt"/>
              </a:defRPr>
            </a:lvl1pPr>
          </a:lstStyle>
          <a:p>
            <a:pPr/>
            <a:r>
              <a:rPr lang="en-US" sz="3200" noProof="1"/>
              <a:t>15+</a:t>
            </a:r>
          </a:p>
        </p:txBody>
      </p:sp>
      <p:sp>
        <p:nvSpPr>
          <p:cNvPr id="8" name="Google Shape;849;p118">
            <a:extLst>
              <a:ext uri="{FF2B5EF4-FFF2-40B4-BE49-F238E27FC236}">
                <a16:creationId xmlns:a16="http://schemas.microsoft.com/office/drawing/2014/main" id="{E3DC53E4-9DEB-4FDC-DD94-CA9374ED256B}"/>
              </a:ext>
            </a:extLst>
          </p:cNvPr>
          <p:cNvSpPr txBox="1"/>
          <p:nvPr>
            <p:custDataLst>
              <p:tags r:id="rId13"/>
            </p:custDataLst>
          </p:nvPr>
        </p:nvSpPr>
        <p:spPr>
          <a:xfrm>
            <a:off x="6138101" y="3642234"/>
            <a:ext cx="1818996" cy="640080"/>
          </a:xfrm>
          <a:prstGeom prst="rect">
            <a:avLst/>
          </a:prstGeom>
          <a:noFill/>
          <a:ln>
            <a:noFill/>
          </a:ln>
        </p:spPr>
        <p:txBody>
          <a:bodyPr spcFirstLastPara="1" wrap="square" lIns="0" tIns="91440" rIns="0" bIns="0" anchor="t" anchorCtr="0">
            <a:normAutofit/>
          </a:bodyPr>
          <a:lstStyle/>
          <a:p>
            <a:pPr>
              <a:buClr>
                <a:srgbClr val="000000"/>
              </a:buClr>
              <a:buSzPts val="1100"/>
            </a:pPr>
            <a:r>
              <a:rPr lang="en-US" sz="1250" b="1" noProof="1">
                <a:latin typeface="+mj-lt"/>
              </a:rPr>
              <a:t>Boilerplate Reduction</a:t>
            </a:r>
          </a:p>
        </p:txBody>
      </p:sp>
      <p:sp>
        <p:nvSpPr>
          <p:cNvPr id="9" name="Rectangle 8">
            <a:extLst>
              <a:ext uri="{FF2B5EF4-FFF2-40B4-BE49-F238E27FC236}">
                <a16:creationId xmlns:a16="http://schemas.microsoft.com/office/drawing/2014/main" id="{413C26E4-ED36-C45C-4D0D-EE6B3CC3DF96}"/>
              </a:ext>
            </a:extLst>
          </p:cNvPr>
          <p:cNvSpPr/>
          <p:nvPr>
            <p:custDataLst>
              <p:tags r:id="rId14"/>
            </p:custDataLst>
          </p:nvPr>
        </p:nvSpPr>
        <p:spPr>
          <a:xfrm>
            <a:off x="6138101" y="4282314"/>
            <a:ext cx="1818996" cy="20041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00" noProof="1">
                <a:solidFill>
                  <a:schemeClr val="tx2"/>
                </a:solidFill>
              </a:rPr>
              <a:t>Manual boilerplate code is reduced by 70%, freeing developers to focus on logic and refinement.</a:t>
            </a:r>
          </a:p>
        </p:txBody>
      </p:sp>
      <p:sp>
        <p:nvSpPr>
          <p:cNvPr id="11" name="Google Shape;849;p118">
            <a:extLst>
              <a:ext uri="{FF2B5EF4-FFF2-40B4-BE49-F238E27FC236}">
                <a16:creationId xmlns:a16="http://schemas.microsoft.com/office/drawing/2014/main" id="{FD53DB1F-32FD-5F8A-4C4D-59E145AAEF08}"/>
              </a:ext>
            </a:extLst>
          </p:cNvPr>
          <p:cNvSpPr txBox="1"/>
          <p:nvPr>
            <p:custDataLst>
              <p:tags r:id="rId15"/>
            </p:custDataLst>
          </p:nvPr>
        </p:nvSpPr>
        <p:spPr>
          <a:xfrm>
            <a:off x="6136289" y="1721994"/>
            <a:ext cx="1818996" cy="1920240"/>
          </a:xfrm>
          <a:prstGeom prst="rect">
            <a:avLst/>
          </a:prstGeom>
          <a:noFill/>
          <a:ln>
            <a:noFill/>
          </a:ln>
        </p:spPr>
        <p:txBody>
          <a:bodyPr spcFirstLastPara="1" wrap="square" lIns="0" tIns="45720" rIns="0" bIns="0" anchor="b" anchorCtr="0">
            <a:normAutofit/>
          </a:bodyPr>
          <a:lstStyle>
            <a:defPPr>
              <a:defRPr lang="en-US"/>
            </a:defPPr>
            <a:lvl1pPr>
              <a:lnSpc>
                <a:spcPct val="85000"/>
              </a:lnSpc>
              <a:buClr>
                <a:srgbClr val="000000"/>
              </a:buClr>
              <a:buSzPts val="1100"/>
              <a:defRPr sz="4000" b="1">
                <a:solidFill>
                  <a:schemeClr val="accent1"/>
                </a:solidFill>
                <a:latin typeface="+mj-lt"/>
              </a:defRPr>
            </a:lvl1pPr>
          </a:lstStyle>
          <a:p>
            <a:pPr/>
            <a:r>
              <a:rPr lang="en-US" sz="3200" noProof="1"/>
              <a:t>70%</a:t>
            </a:r>
          </a:p>
        </p:txBody>
      </p:sp>
      <p:sp>
        <p:nvSpPr>
          <p:cNvPr id="12" name="Google Shape;849;p118">
            <a:extLst>
              <a:ext uri="{FF2B5EF4-FFF2-40B4-BE49-F238E27FC236}">
                <a16:creationId xmlns:a16="http://schemas.microsoft.com/office/drawing/2014/main" id="{D66A620B-583F-1AB8-6CE3-F788374129AB}"/>
              </a:ext>
            </a:extLst>
          </p:cNvPr>
          <p:cNvSpPr txBox="1"/>
          <p:nvPr>
            <p:custDataLst>
              <p:tags r:id="rId16"/>
            </p:custDataLst>
          </p:nvPr>
        </p:nvSpPr>
        <p:spPr>
          <a:xfrm>
            <a:off x="8030892" y="3642234"/>
            <a:ext cx="1818996" cy="640080"/>
          </a:xfrm>
          <a:prstGeom prst="rect">
            <a:avLst/>
          </a:prstGeom>
          <a:noFill/>
          <a:ln>
            <a:noFill/>
          </a:ln>
        </p:spPr>
        <p:txBody>
          <a:bodyPr spcFirstLastPara="1" wrap="square" lIns="0" tIns="91440" rIns="0" bIns="0" anchor="t" anchorCtr="0">
            <a:normAutofit/>
          </a:bodyPr>
          <a:lstStyle/>
          <a:p>
            <a:pPr>
              <a:buClr>
                <a:srgbClr val="000000"/>
              </a:buClr>
              <a:buSzPts val="1100"/>
            </a:pPr>
            <a:r>
              <a:rPr lang="en-US" sz="1250" b="1" noProof="1">
                <a:latin typeface="+mj-lt"/>
              </a:rPr>
              <a:t>Consistency Score</a:t>
            </a:r>
          </a:p>
        </p:txBody>
      </p:sp>
      <p:sp>
        <p:nvSpPr>
          <p:cNvPr id="13" name="Rectangle 12">
            <a:extLst>
              <a:ext uri="{FF2B5EF4-FFF2-40B4-BE49-F238E27FC236}">
                <a16:creationId xmlns:a16="http://schemas.microsoft.com/office/drawing/2014/main" id="{9CFE80C4-1263-8CE2-1B83-63557D7819CE}"/>
              </a:ext>
            </a:extLst>
          </p:cNvPr>
          <p:cNvSpPr/>
          <p:nvPr>
            <p:custDataLst>
              <p:tags r:id="rId17"/>
            </p:custDataLst>
          </p:nvPr>
        </p:nvSpPr>
        <p:spPr>
          <a:xfrm>
            <a:off x="8030892" y="4282314"/>
            <a:ext cx="1818996" cy="20041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00" noProof="1">
                <a:solidFill>
                  <a:schemeClr val="tx2"/>
                </a:solidFill>
              </a:rPr>
              <a:t>Code consistency scores 95% compared to manual builds, ensuring high quality and maintainability.</a:t>
            </a:r>
          </a:p>
        </p:txBody>
      </p:sp>
      <p:sp>
        <p:nvSpPr>
          <p:cNvPr id="14" name="Google Shape;849;p118">
            <a:extLst>
              <a:ext uri="{FF2B5EF4-FFF2-40B4-BE49-F238E27FC236}">
                <a16:creationId xmlns:a16="http://schemas.microsoft.com/office/drawing/2014/main" id="{3E108452-E5B3-DC2F-21C7-B306945040EE}"/>
              </a:ext>
            </a:extLst>
          </p:cNvPr>
          <p:cNvSpPr txBox="1"/>
          <p:nvPr>
            <p:custDataLst>
              <p:tags r:id="rId18"/>
            </p:custDataLst>
          </p:nvPr>
        </p:nvSpPr>
        <p:spPr>
          <a:xfrm>
            <a:off x="8029318" y="1721994"/>
            <a:ext cx="1818996" cy="1920240"/>
          </a:xfrm>
          <a:prstGeom prst="rect">
            <a:avLst/>
          </a:prstGeom>
          <a:noFill/>
          <a:ln>
            <a:noFill/>
          </a:ln>
        </p:spPr>
        <p:txBody>
          <a:bodyPr spcFirstLastPara="1" wrap="square" lIns="0" tIns="45720" rIns="0" bIns="0" anchor="b" anchorCtr="0">
            <a:normAutofit/>
          </a:bodyPr>
          <a:lstStyle>
            <a:defPPr>
              <a:defRPr lang="en-US"/>
            </a:defPPr>
            <a:lvl1pPr>
              <a:lnSpc>
                <a:spcPct val="85000"/>
              </a:lnSpc>
              <a:buClr>
                <a:srgbClr val="000000"/>
              </a:buClr>
              <a:buSzPts val="1100"/>
              <a:defRPr sz="4000" b="1">
                <a:solidFill>
                  <a:schemeClr val="accent1"/>
                </a:solidFill>
                <a:latin typeface="+mj-lt"/>
              </a:defRPr>
            </a:lvl1pPr>
          </a:lstStyle>
          <a:p>
            <a:pPr/>
            <a:r>
              <a:rPr lang="en-US" sz="3200" noProof="1"/>
              <a:t>95%</a:t>
            </a:r>
          </a:p>
        </p:txBody>
      </p:sp>
      <p:sp>
        <p:nvSpPr>
          <p:cNvPr id="21" name="Google Shape;849;p118">
            <a:extLst>
              <a:ext uri="{FF2B5EF4-FFF2-40B4-BE49-F238E27FC236}">
                <a16:creationId xmlns:a16="http://schemas.microsoft.com/office/drawing/2014/main" id="{96C67368-7416-C550-DDF8-9E25D9CC1B72}"/>
              </a:ext>
            </a:extLst>
          </p:cNvPr>
          <p:cNvSpPr txBox="1"/>
          <p:nvPr>
            <p:custDataLst>
              <p:tags r:id="rId19"/>
            </p:custDataLst>
          </p:nvPr>
        </p:nvSpPr>
        <p:spPr>
          <a:xfrm>
            <a:off x="9915804" y="3642234"/>
            <a:ext cx="1818996" cy="640080"/>
          </a:xfrm>
          <a:prstGeom prst="rect">
            <a:avLst/>
          </a:prstGeom>
          <a:noFill/>
          <a:ln>
            <a:noFill/>
          </a:ln>
        </p:spPr>
        <p:txBody>
          <a:bodyPr spcFirstLastPara="1" wrap="square" lIns="0" tIns="91440" rIns="0" bIns="0" anchor="t" anchorCtr="0">
            <a:normAutofit/>
          </a:bodyPr>
          <a:lstStyle/>
          <a:p>
            <a:pPr>
              <a:buClr>
                <a:srgbClr val="000000"/>
              </a:buClr>
              <a:buSzPts val="1100"/>
            </a:pPr>
            <a:r>
              <a:rPr lang="en-US" sz="1250" b="1" noProof="1">
                <a:latin typeface="+mj-lt"/>
              </a:rPr>
              <a:t>Lines of Code Generated</a:t>
            </a:r>
          </a:p>
        </p:txBody>
      </p:sp>
      <p:sp>
        <p:nvSpPr>
          <p:cNvPr id="22" name="Rectangle 21">
            <a:extLst>
              <a:ext uri="{FF2B5EF4-FFF2-40B4-BE49-F238E27FC236}">
                <a16:creationId xmlns:a16="http://schemas.microsoft.com/office/drawing/2014/main" id="{1DC9A171-0767-491B-B56C-55C7345FE36D}"/>
              </a:ext>
            </a:extLst>
          </p:cNvPr>
          <p:cNvSpPr/>
          <p:nvPr>
            <p:custDataLst>
              <p:tags r:id="rId20"/>
            </p:custDataLst>
          </p:nvPr>
        </p:nvSpPr>
        <p:spPr>
          <a:xfrm>
            <a:off x="9915804" y="4282314"/>
            <a:ext cx="1818996" cy="20041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00" noProof="1">
                <a:solidFill>
                  <a:schemeClr val="tx2"/>
                </a:solidFill>
              </a:rPr>
              <a:t>ARIA generates over 1,200 lines of code per API project, covering structure, validation, and docs.</a:t>
            </a:r>
          </a:p>
        </p:txBody>
      </p:sp>
      <p:sp>
        <p:nvSpPr>
          <p:cNvPr id="23" name="Google Shape;849;p118">
            <a:extLst>
              <a:ext uri="{FF2B5EF4-FFF2-40B4-BE49-F238E27FC236}">
                <a16:creationId xmlns:a16="http://schemas.microsoft.com/office/drawing/2014/main" id="{EDA751DB-CB75-5385-CC92-2BA807037D37}"/>
              </a:ext>
            </a:extLst>
          </p:cNvPr>
          <p:cNvSpPr txBox="1"/>
          <p:nvPr>
            <p:custDataLst>
              <p:tags r:id="rId21"/>
            </p:custDataLst>
          </p:nvPr>
        </p:nvSpPr>
        <p:spPr>
          <a:xfrm>
            <a:off x="9914229" y="1721994"/>
            <a:ext cx="1818996" cy="1920240"/>
          </a:xfrm>
          <a:prstGeom prst="rect">
            <a:avLst/>
          </a:prstGeom>
          <a:noFill/>
          <a:ln>
            <a:noFill/>
          </a:ln>
        </p:spPr>
        <p:txBody>
          <a:bodyPr spcFirstLastPara="1" wrap="square" lIns="0" tIns="45720" rIns="0" bIns="0" anchor="b" anchorCtr="0">
            <a:normAutofit/>
          </a:bodyPr>
          <a:lstStyle>
            <a:defPPr>
              <a:defRPr lang="en-US"/>
            </a:defPPr>
            <a:lvl1pPr>
              <a:lnSpc>
                <a:spcPct val="85000"/>
              </a:lnSpc>
              <a:buClr>
                <a:srgbClr val="000000"/>
              </a:buClr>
              <a:buSzPts val="1100"/>
              <a:defRPr sz="4000" b="1">
                <a:solidFill>
                  <a:schemeClr val="accent1"/>
                </a:solidFill>
                <a:latin typeface="+mj-lt"/>
              </a:defRPr>
            </a:lvl1pPr>
          </a:lstStyle>
          <a:p>
            <a:pPr/>
            <a:r>
              <a:rPr lang="en-US" sz="3200" noProof="1"/>
              <a:t>1,200+</a:t>
            </a:r>
          </a:p>
        </p:txBody>
      </p:sp>
      <p:sp>
        <p:nvSpPr>
          <p:cNvPr id="6" name="Text Placeholder 3">
            <a:extLst>
              <a:ext uri="{FF2B5EF4-FFF2-40B4-BE49-F238E27FC236}">
                <a16:creationId xmlns:a16="http://schemas.microsoft.com/office/drawing/2014/main" id="{064B7B26-29F2-B035-F2F6-724225A65688}"/>
              </a:ext>
            </a:extLst>
          </p:cNvPr>
          <p:cNvSpPr txBox="1">
            <a:spLocks/>
          </p:cNvSpPr>
          <p:nvPr>
            <p:custDataLst>
              <p:tags r:id="rId22"/>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Demo</a:t>
            </a:r>
          </a:p>
        </p:txBody>
      </p:sp>
      <p:sp>
        <p:nvSpPr>
          <p:cNvPr id="24" name="Text Placeholder 4">
            <a:extLst>
              <a:ext uri="{FF2B5EF4-FFF2-40B4-BE49-F238E27FC236}">
                <a16:creationId xmlns:a16="http://schemas.microsoft.com/office/drawing/2014/main" id="{6140810A-B006-AC33-016E-89D66BE657ED}"/>
              </a:ext>
            </a:extLst>
          </p:cNvPr>
          <p:cNvSpPr txBox="1">
            <a:spLocks/>
          </p:cNvSpPr>
          <p:nvPr>
            <p:custDataLst>
              <p:tags r:id="rId23"/>
            </p:custDataLst>
          </p:nvPr>
        </p:nvSpPr>
        <p:spPr>
          <a:xfrm>
            <a:off x="457200" y="1042988"/>
            <a:ext cx="11274425" cy="622300"/>
          </a:xfrm>
          <a:prstGeom prst="rect">
            <a:avLst/>
          </a:prstGeom>
        </p:spPr>
        <p:txBody>
          <a:bodyPr vert="horz" lIns="0" tIns="45720" rIns="45720" bIns="45720" rtlCol="0" anchor="ctr">
            <a:normAutofit/>
          </a:bodyPr>
          <a:lstStyle>
            <a:defPPr>
              <a:defRPr lang="en-US"/>
            </a:defPPr>
            <a:lvl1pPr indent="0">
              <a:lnSpc>
                <a:spcPct val="114000"/>
              </a:lnSpc>
              <a:spcBef>
                <a:spcPts val="1000"/>
              </a:spcBef>
              <a:buFont typeface="Arial" panose="020B0604020202020204" pitchFamily="34" charset="0"/>
              <a:buNone/>
              <a:defRPr sz="1200">
                <a:solidFill>
                  <a:schemeClr val="tx2"/>
                </a:solidFill>
                <a:cs typeface="Arial" panose="020B0604020202020204" pitchFamily="34" charset="0"/>
              </a:defRPr>
            </a:lvl1pPr>
            <a:lvl2pPr indent="0">
              <a:lnSpc>
                <a:spcPct val="90000"/>
              </a:lnSpc>
              <a:spcBef>
                <a:spcPts val="500"/>
              </a:spcBef>
              <a:buFont typeface="Arial" panose="020B0604020202020204" pitchFamily="34" charset="0"/>
              <a:buNone/>
              <a:defRPr sz="1200">
                <a:latin typeface="Arial" panose="020B0604020202020204" pitchFamily="34" charset="0"/>
                <a:cs typeface="Arial" panose="020B0604020202020204" pitchFamily="34" charset="0"/>
              </a:defRPr>
            </a:lvl2pPr>
            <a:lvl3pPr marL="1143000" indent="-228600">
              <a:lnSpc>
                <a:spcPct val="90000"/>
              </a:lnSpc>
              <a:spcBef>
                <a:spcPts val="500"/>
              </a:spcBef>
              <a:buFont typeface="Arial" panose="020B0604020202020204" pitchFamily="34" charset="0"/>
              <a:buChar char="•"/>
              <a:defRPr sz="1200">
                <a:latin typeface="Arial" panose="020B0604020202020204" pitchFamily="34" charset="0"/>
                <a:cs typeface="Arial" panose="020B0604020202020204" pitchFamily="34" charset="0"/>
              </a:defRPr>
            </a:lvl3pPr>
            <a:lvl4pPr marL="1600200" indent="-228600">
              <a:lnSpc>
                <a:spcPct val="90000"/>
              </a:lnSpc>
              <a:spcBef>
                <a:spcPts val="500"/>
              </a:spcBef>
              <a:buFont typeface="Arial" panose="020B0604020202020204" pitchFamily="34" charset="0"/>
              <a:buChar char="•"/>
              <a:defRPr sz="1200">
                <a:latin typeface="Arial" panose="020B0604020202020204" pitchFamily="34" charset="0"/>
                <a:cs typeface="Arial" panose="020B0604020202020204" pitchFamily="34" charset="0"/>
              </a:defRPr>
            </a:lvl4pPr>
            <a:lvl5pPr marL="2057400" indent="-228600">
              <a:lnSpc>
                <a:spcPct val="90000"/>
              </a:lnSpc>
              <a:spcBef>
                <a:spcPts val="500"/>
              </a:spcBef>
              <a:buFont typeface="Arial" panose="020B0604020202020204" pitchFamily="34" charset="0"/>
              <a:buChar char="•"/>
              <a:defRPr sz="1200">
                <a:latin typeface="Arial" panose="020B0604020202020204" pitchFamily="34" charset="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r>
              <a:rPr lang="en-US" noProof="1"/>
              <a:t>ARIA’s demo results demonstrate its ability to rapidly produce high-quality, standards-compliant code, drastically reducing development time and effort while improving consistency and scalability across teams.</a:t>
            </a:r>
          </a:p>
        </p:txBody>
      </p:sp>
      <p:sp>
        <p:nvSpPr>
          <p:cNvPr id="25" name="Slide Number Placeholder 24">
            <a:extLst>
              <a:ext uri="{FF2B5EF4-FFF2-40B4-BE49-F238E27FC236}">
                <a16:creationId xmlns:a16="http://schemas.microsoft.com/office/drawing/2014/main" id="{EA5D8E00-1E40-FE8D-0A12-EE2053F1AA72}"/>
              </a:ext>
            </a:extLst>
          </p:cNvPr>
          <p:cNvSpPr>
            <a:spLocks noGrp="1"/>
          </p:cNvSpPr>
          <p:nvPr>
            <p:ph type="sldNum" sz="quarter" idx="10"/>
          </p:nvPr>
        </p:nvSpPr>
        <p:spPr/>
        <p:txBody>
          <a:bodyPr/>
          <a:lstStyle/>
          <a:p>
            <a:fld id="{0122C274-3D99-4A24-ADE9-DD3F36DBA14D}" type="slidenum">
              <a:rPr lang="en-US" smtClean="0"/>
              <a:pPr/>
              <a:t>129</a:t>
            </a:fld>
            <a:endParaRPr lang="en-US"/>
          </a:p>
        </p:txBody>
      </p:sp>
      <p:sp>
        <p:nvSpPr>
          <p:cNvPr id="26" name="Rectangle 25">
            <a:extLst>
              <a:ext uri="{FF2B5EF4-FFF2-40B4-BE49-F238E27FC236}">
                <a16:creationId xmlns:a16="http://schemas.microsoft.com/office/drawing/2014/main" id="{DE2B98B7-DEC2-9635-2F74-791E4FB17EB5}"/>
              </a:ext>
            </a:extLst>
          </p:cNvPr>
          <p:cNvSpPr>
            <a:spLocks noChangeAspect="1"/>
          </p:cNvSpPr>
          <p:nvPr>
            <p:custDataLst>
              <p:tags r:id="rId24"/>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1916250156"/>
      </p:ext>
    </p:extLst>
  </p:cSld>
  <p:clrMapOvr>
    <a:masterClrMapping/>
  </p:clrMapOvr>
</p:sld>
</file>

<file path=ppt/slides/slide137211.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D3279-7F92-BCD8-703C-162EA81EEE4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4905047-01AD-217D-4547-39AF7661A1BD}"/>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2" imgW="7772400" imgH="10058400" progId="TCLayout.ActiveDocument.1">
                  <p:embed/>
                </p:oleObj>
              </mc:Choice>
              <mc:Fallback>
                <p:oleObj name="think-cell Slide" r:id="rId22" imgW="7772400" imgH="10058400" progId="TCLayout.ActiveDocument.1">
                  <p:embed/>
                  <p:pic>
                    <p:nvPicPr>
                      <p:cNvPr id="5" name="think-cell data - do not delete" hidden="1">
                        <a:extLst>
                          <a:ext uri="{FF2B5EF4-FFF2-40B4-BE49-F238E27FC236}">
                            <a16:creationId xmlns:a16="http://schemas.microsoft.com/office/drawing/2014/main" id="{84905047-01AD-217D-4547-39AF7661A1BD}"/>
                          </a:ext>
                        </a:extLst>
                      </p:cNvPr>
                      <p:cNvPicPr/>
                      <p:nvPr/>
                    </p:nvPicPr>
                    <p:blipFill>
                      <a:blip r:embed="Rca9bd99ec29d4cdf"/>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3C68FB4-5673-8DDE-5922-89CC9790E6B0}"/>
              </a:ext>
            </a:extLst>
          </p:cNvPr>
          <p:cNvSpPr>
            <a:spLocks noGrp="1"/>
          </p:cNvSpPr>
          <p:nvPr>
            <p:ph type="title"/>
            <p:custDataLst>
              <p:tags r:id="rId3"/>
            </p:custDataLst>
          </p:nvPr>
        </p:nvSpPr>
        <p:spPr>
          <a:xfrm>
            <a:off x="457200" y="457200"/>
            <a:ext cx="11274552" cy="609600"/>
          </a:xfrm>
        </p:spPr>
        <p:txBody>
          <a:bodyPr vert="horz" lIns="0" tIns="91440" rIns="0" bIns="45720" rtlCol="0" anchor="ctr">
            <a:normAutofit/>
          </a:bodyPr>
          <a:lstStyle/>
          <a:p>
            <a:pPr/>
            <a:r>
              <a:rPr lang="en-US" noProof="1"/>
              <a:t>Live Demo: ARIA Builds an API From Scratch</a:t>
            </a:r>
          </a:p>
        </p:txBody>
      </p:sp>
      <p:sp>
        <p:nvSpPr>
          <p:cNvPr id="13" name="Google Shape;1094;p142">
            <a:extLst>
              <a:ext uri="{FF2B5EF4-FFF2-40B4-BE49-F238E27FC236}">
                <a16:creationId xmlns:a16="http://schemas.microsoft.com/office/drawing/2014/main" id="{B9982226-2FC7-0707-52E8-5FB8C9B9AB6E}"/>
              </a:ext>
            </a:extLst>
          </p:cNvPr>
          <p:cNvSpPr/>
          <p:nvPr/>
        </p:nvSpPr>
        <p:spPr>
          <a:xfrm rot="16200000">
            <a:off x="-715649" y="2766960"/>
            <a:ext cx="2729654" cy="383944"/>
          </a:xfrm>
          <a:prstGeom prst="rect">
            <a:avLst/>
          </a:prstGeom>
          <a:noFill/>
          <a:ln>
            <a:noFill/>
          </a:ln>
        </p:spPr>
        <p:txBody>
          <a:bodyPr spcFirstLastPara="1" wrap="square" lIns="18288" tIns="18288" rIns="18288" bIns="18288" anchor="ctr" anchorCtr="0">
            <a:noAutofit/>
          </a:bodyPr>
          <a:lstStyle/>
          <a:p>
            <a:pPr algn="ctr"/>
            <a:r>
              <a:rPr lang="en-US" sz="1200" b="1" noProof="1">
                <a:solidFill>
                  <a:schemeClr val="tx2"/>
                </a:solidFill>
                <a:latin typeface="+mj-lt"/>
                <a:ea typeface="Helvetica Neue Light"/>
                <a:sym typeface="Helvetica Neue Light"/>
              </a:rPr>
              <a:t>Key Activities</a:t>
            </a:r>
          </a:p>
        </p:txBody>
      </p:sp>
      <p:sp>
        <p:nvSpPr>
          <p:cNvPr id="15" name="Google Shape;1095;p142">
            <a:extLst>
              <a:ext uri="{FF2B5EF4-FFF2-40B4-BE49-F238E27FC236}">
                <a16:creationId xmlns:a16="http://schemas.microsoft.com/office/drawing/2014/main" id="{05713B8C-FBD8-A60B-4EF0-0FCC27F354E8}"/>
              </a:ext>
            </a:extLst>
          </p:cNvPr>
          <p:cNvSpPr/>
          <p:nvPr/>
        </p:nvSpPr>
        <p:spPr>
          <a:xfrm rot="16200000">
            <a:off x="123851" y="4807199"/>
            <a:ext cx="1050656" cy="383944"/>
          </a:xfrm>
          <a:prstGeom prst="rect">
            <a:avLst/>
          </a:prstGeom>
          <a:noFill/>
          <a:ln>
            <a:noFill/>
          </a:ln>
        </p:spPr>
        <p:txBody>
          <a:bodyPr spcFirstLastPara="1" wrap="square" lIns="18288" tIns="18288" rIns="18288" bIns="18288" anchor="ctr" anchorCtr="0">
            <a:noAutofit/>
          </a:bodyPr>
          <a:lstStyle/>
          <a:p>
            <a:pPr algn="ctr"/>
            <a:r>
              <a:rPr lang="en-US" sz="1200" b="1" noProof="1">
                <a:solidFill>
                  <a:schemeClr val="tx2"/>
                </a:solidFill>
                <a:latin typeface="+mj-lt"/>
                <a:ea typeface="Helvetica Neue Light"/>
                <a:sym typeface="Helvetica Neue Light"/>
              </a:rPr>
              <a:t>Deliverables</a:t>
            </a:r>
          </a:p>
        </p:txBody>
      </p:sp>
      <p:sp>
        <p:nvSpPr>
          <p:cNvPr id="14" name="Google Shape;10527;p9415">
            <a:extLst>
              <a:ext uri="{FF2B5EF4-FFF2-40B4-BE49-F238E27FC236}">
                <a16:creationId xmlns:a16="http://schemas.microsoft.com/office/drawing/2014/main" id="{1B7E1410-0786-0C7B-B4D1-55D4258D7C6A}"/>
              </a:ext>
            </a:extLst>
          </p:cNvPr>
          <p:cNvSpPr txBox="1"/>
          <p:nvPr>
            <p:custDataLst>
              <p:tags r:id="rId4"/>
            </p:custDataLst>
          </p:nvPr>
        </p:nvSpPr>
        <p:spPr>
          <a:xfrm>
            <a:off x="924230" y="1219200"/>
            <a:ext cx="2618170" cy="374904"/>
          </a:xfrm>
          <a:prstGeom prst="rect">
            <a:avLst/>
          </a:prstGeom>
          <a:noFill/>
          <a:ln>
            <a:noFill/>
          </a:ln>
        </p:spPr>
        <p:txBody>
          <a:bodyPr spcFirstLastPara="1" wrap="square" lIns="91440" tIns="45720" rIns="45720" bIns="45720" anchor="ctr" anchorCtr="0">
            <a:normAutofit/>
          </a:bodyPr>
          <a:lstStyle/>
          <a:p>
            <a:pPr>
              <a:buSzPts val="1100"/>
            </a:pPr>
            <a:r>
              <a:rPr lang="en-US" sz="1250" b="1" noProof="1">
                <a:solidFill>
                  <a:schemeClr val="accent1"/>
                </a:solidFill>
                <a:latin typeface="+mj-lt"/>
              </a:rPr>
              <a:t>Step 1: Developer Inputs API Requirements</a:t>
            </a:r>
          </a:p>
        </p:txBody>
      </p:sp>
      <p:sp>
        <p:nvSpPr>
          <p:cNvPr id="29" name="Google Shape;10527;p9415">
            <a:extLst>
              <a:ext uri="{FF2B5EF4-FFF2-40B4-BE49-F238E27FC236}">
                <a16:creationId xmlns:a16="http://schemas.microsoft.com/office/drawing/2014/main" id="{B83A659B-7C31-C5B4-943E-E6EFB988638C}"/>
              </a:ext>
            </a:extLst>
          </p:cNvPr>
          <p:cNvSpPr txBox="1"/>
          <p:nvPr>
            <p:custDataLst>
              <p:tags r:id="rId5"/>
            </p:custDataLst>
          </p:nvPr>
        </p:nvSpPr>
        <p:spPr>
          <a:xfrm>
            <a:off x="6383084" y="1219200"/>
            <a:ext cx="2618170" cy="374904"/>
          </a:xfrm>
          <a:prstGeom prst="rect">
            <a:avLst/>
          </a:prstGeom>
          <a:noFill/>
          <a:ln>
            <a:noFill/>
          </a:ln>
        </p:spPr>
        <p:txBody>
          <a:bodyPr spcFirstLastPara="1" wrap="square" lIns="91440" tIns="45720" rIns="45720" bIns="45720" anchor="ctr" anchorCtr="0">
            <a:normAutofit/>
          </a:bodyPr>
          <a:lstStyle/>
          <a:p>
            <a:pPr>
              <a:buSzPts val="1100"/>
            </a:pPr>
            <a:r>
              <a:rPr lang="en-US" sz="1250" b="1" noProof="1">
                <a:solidFill>
                  <a:schemeClr val="accent1"/>
                </a:solidFill>
                <a:latin typeface="+mj-lt"/>
              </a:rPr>
              <a:t>Step 3: Automated Code Generation</a:t>
            </a:r>
          </a:p>
        </p:txBody>
      </p:sp>
      <p:sp>
        <p:nvSpPr>
          <p:cNvPr id="34" name="Google Shape;10527;p9415">
            <a:extLst>
              <a:ext uri="{FF2B5EF4-FFF2-40B4-BE49-F238E27FC236}">
                <a16:creationId xmlns:a16="http://schemas.microsoft.com/office/drawing/2014/main" id="{367B4A57-7D43-82F0-268E-5906513491C0}"/>
              </a:ext>
            </a:extLst>
          </p:cNvPr>
          <p:cNvSpPr txBox="1"/>
          <p:nvPr>
            <p:custDataLst>
              <p:tags r:id="rId6"/>
            </p:custDataLst>
          </p:nvPr>
        </p:nvSpPr>
        <p:spPr>
          <a:xfrm>
            <a:off x="3653657" y="1219200"/>
            <a:ext cx="2618170" cy="374904"/>
          </a:xfrm>
          <a:prstGeom prst="rect">
            <a:avLst/>
          </a:prstGeom>
          <a:noFill/>
          <a:ln>
            <a:noFill/>
          </a:ln>
        </p:spPr>
        <p:txBody>
          <a:bodyPr spcFirstLastPara="1" wrap="square" lIns="91440" tIns="45720" rIns="45720" bIns="45720" anchor="ctr" anchorCtr="0">
            <a:normAutofit/>
          </a:bodyPr>
          <a:lstStyle/>
          <a:p>
            <a:pPr>
              <a:buSzPts val="1100"/>
            </a:pPr>
            <a:r>
              <a:rPr lang="en-US" sz="1250" b="1" noProof="1">
                <a:solidFill>
                  <a:schemeClr val="accent1"/>
                </a:solidFill>
                <a:latin typeface="+mj-lt"/>
              </a:rPr>
              <a:t>Step 2: ARIA Loads Relevant Agent Skills</a:t>
            </a:r>
          </a:p>
        </p:txBody>
      </p:sp>
      <p:sp>
        <p:nvSpPr>
          <p:cNvPr id="39" name="Google Shape;10527;p9415">
            <a:extLst>
              <a:ext uri="{FF2B5EF4-FFF2-40B4-BE49-F238E27FC236}">
                <a16:creationId xmlns:a16="http://schemas.microsoft.com/office/drawing/2014/main" id="{32D0138B-8F7C-DCAB-220D-AEEBDCF3CC3A}"/>
              </a:ext>
            </a:extLst>
          </p:cNvPr>
          <p:cNvSpPr txBox="1"/>
          <p:nvPr>
            <p:custDataLst>
              <p:tags r:id="rId7"/>
            </p:custDataLst>
          </p:nvPr>
        </p:nvSpPr>
        <p:spPr>
          <a:xfrm>
            <a:off x="9112512" y="1219200"/>
            <a:ext cx="2618170" cy="374904"/>
          </a:xfrm>
          <a:prstGeom prst="rect">
            <a:avLst/>
          </a:prstGeom>
          <a:noFill/>
          <a:ln>
            <a:noFill/>
          </a:ln>
        </p:spPr>
        <p:txBody>
          <a:bodyPr spcFirstLastPara="1" wrap="square" lIns="91440" tIns="45720" rIns="45720" bIns="45720" anchor="ctr" anchorCtr="0">
            <a:normAutofit/>
          </a:bodyPr>
          <a:lstStyle/>
          <a:p>
            <a:pPr>
              <a:buSzPts val="1100"/>
            </a:pPr>
            <a:r>
              <a:rPr lang="en-US" sz="1250" b="1" noProof="1">
                <a:solidFill>
                  <a:schemeClr val="accent1"/>
                </a:solidFill>
                <a:latin typeface="+mj-lt"/>
              </a:rPr>
              <a:t>Step 4: Developer Review and Refinement</a:t>
            </a:r>
          </a:p>
        </p:txBody>
      </p:sp>
      <p:sp>
        <p:nvSpPr>
          <p:cNvPr id="6" name="Google Shape;703;p114">
            <a:extLst>
              <a:ext uri="{FF2B5EF4-FFF2-40B4-BE49-F238E27FC236}">
                <a16:creationId xmlns:a16="http://schemas.microsoft.com/office/drawing/2014/main" id="{9659877E-52A5-EF96-FE00-A2AC370087B4}"/>
              </a:ext>
            </a:extLst>
          </p:cNvPr>
          <p:cNvSpPr txBox="1"/>
          <p:nvPr>
            <p:custDataLst>
              <p:tags r:id="rId8"/>
            </p:custDataLst>
          </p:nvPr>
        </p:nvSpPr>
        <p:spPr>
          <a:xfrm>
            <a:off x="924230" y="1594108"/>
            <a:ext cx="2618170" cy="2729651"/>
          </a:xfrm>
          <a:prstGeom prst="rect">
            <a:avLst/>
          </a:prstGeom>
          <a:noFill/>
          <a:ln>
            <a:noFill/>
          </a:ln>
        </p:spPr>
        <p:txBody>
          <a:bodyPr spcFirstLastPara="1" wrap="square" lIns="45720" tIns="9144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marL="231775" indent="-166688">
              <a:lnSpc>
                <a:spcPct val="90000"/>
              </a:lnSpc>
              <a:spcAft>
                <a:spcPts val="400"/>
              </a:spcAft>
            </a:pPr>
            <a:r>
              <a:rPr lang="en-US" sz="1150" noProof="1"/>
              <a:t>Developer provides a concise natural language description of the API’s purpose and functionality.</a:t>
            </a:r>
          </a:p>
          <a:p>
            <a:pPr marL="231775" indent="-166688">
              <a:lnSpc>
                <a:spcPct val="90000"/>
              </a:lnSpc>
              <a:spcAft>
                <a:spcPts val="400"/>
              </a:spcAft>
            </a:pPr>
            <a:r>
              <a:rPr lang="en-US" sz="1150" noProof="1"/>
              <a:t>Includes specifics like endpoint names, authentication needs, error handling, and documentation style.</a:t>
            </a:r>
          </a:p>
          <a:p>
            <a:pPr marL="231775" indent="-166688">
              <a:lnSpc>
                <a:spcPct val="90000"/>
              </a:lnSpc>
              <a:spcAft>
                <a:spcPts val="400"/>
              </a:spcAft>
            </a:pPr>
            <a:r>
              <a:rPr lang="en-US" sz="1150" noProof="1"/>
              <a:t>This prompt serves as the initial input that triggers ARIA’s skill loading process.</a:t>
            </a:r>
          </a:p>
        </p:txBody>
      </p:sp>
      <p:sp>
        <p:nvSpPr>
          <p:cNvPr id="25" name="Google Shape;703;p114">
            <a:extLst>
              <a:ext uri="{FF2B5EF4-FFF2-40B4-BE49-F238E27FC236}">
                <a16:creationId xmlns:a16="http://schemas.microsoft.com/office/drawing/2014/main" id="{05A86B2A-F326-4E75-BC03-1D608BA342EE}"/>
              </a:ext>
            </a:extLst>
          </p:cNvPr>
          <p:cNvSpPr txBox="1"/>
          <p:nvPr>
            <p:custDataLst>
              <p:tags r:id="rId9"/>
            </p:custDataLst>
          </p:nvPr>
        </p:nvSpPr>
        <p:spPr>
          <a:xfrm>
            <a:off x="6381505" y="1594108"/>
            <a:ext cx="2618170" cy="2729651"/>
          </a:xfrm>
          <a:prstGeom prst="rect">
            <a:avLst/>
          </a:prstGeom>
          <a:noFill/>
          <a:ln>
            <a:noFill/>
          </a:ln>
        </p:spPr>
        <p:txBody>
          <a:bodyPr spcFirstLastPara="1" wrap="square" lIns="45720" tIns="9144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marL="231775" indent="-166688">
              <a:lnSpc>
                <a:spcPct val="90000"/>
              </a:lnSpc>
              <a:spcAft>
                <a:spcPts val="400"/>
              </a:spcAft>
            </a:pPr>
            <a:r>
              <a:rPr lang="en-US" sz="1150" noProof="1"/>
              <a:t>ARIA generates the API code structure from scratch, including endpoint definitions and business logic scaffolding.</a:t>
            </a:r>
          </a:p>
          <a:p>
            <a:pPr marL="231775" indent="-166688">
              <a:lnSpc>
                <a:spcPct val="90000"/>
              </a:lnSpc>
              <a:spcAft>
                <a:spcPts val="400"/>
              </a:spcAft>
            </a:pPr>
            <a:r>
              <a:rPr lang="en-US" sz="1150" noProof="1"/>
              <a:t>Incorporates validation, authentication, and error handling following C&amp;IB Digital standards.</a:t>
            </a:r>
          </a:p>
          <a:p>
            <a:pPr marL="231775" indent="-166688">
              <a:lnSpc>
                <a:spcPct val="90000"/>
              </a:lnSpc>
              <a:spcAft>
                <a:spcPts val="400"/>
              </a:spcAft>
            </a:pPr>
            <a:r>
              <a:rPr lang="en-US" sz="1150" noProof="1"/>
              <a:t>Produces clean, maintainable, and standardized code, achieving around 80% completion rapidly.</a:t>
            </a:r>
          </a:p>
        </p:txBody>
      </p:sp>
      <p:sp>
        <p:nvSpPr>
          <p:cNvPr id="32" name="Google Shape;703;p114">
            <a:extLst>
              <a:ext uri="{FF2B5EF4-FFF2-40B4-BE49-F238E27FC236}">
                <a16:creationId xmlns:a16="http://schemas.microsoft.com/office/drawing/2014/main" id="{E7028018-6F94-EFB9-0EAF-C47FAC807680}"/>
              </a:ext>
            </a:extLst>
          </p:cNvPr>
          <p:cNvSpPr txBox="1"/>
          <p:nvPr>
            <p:custDataLst>
              <p:tags r:id="rId10"/>
            </p:custDataLst>
          </p:nvPr>
        </p:nvSpPr>
        <p:spPr>
          <a:xfrm>
            <a:off x="3653657" y="1594108"/>
            <a:ext cx="2618170" cy="2729651"/>
          </a:xfrm>
          <a:prstGeom prst="rect">
            <a:avLst/>
          </a:prstGeom>
          <a:noFill/>
          <a:ln>
            <a:noFill/>
          </a:ln>
        </p:spPr>
        <p:txBody>
          <a:bodyPr spcFirstLastPara="1" wrap="square" lIns="45720" tIns="9144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marL="231775" indent="-166688">
              <a:lnSpc>
                <a:spcPct val="90000"/>
              </a:lnSpc>
              <a:spcAft>
                <a:spcPts val="400"/>
              </a:spcAft>
            </a:pPr>
            <a:r>
              <a:rPr lang="en-US" sz="1150" noProof="1"/>
              <a:t>ARIA identifies and loads modular Agent Skills tailored for API construction based on the input requirements.</a:t>
            </a:r>
          </a:p>
          <a:p>
            <a:pPr marL="231775" indent="-166688">
              <a:lnSpc>
                <a:spcPct val="90000"/>
              </a:lnSpc>
              <a:spcAft>
                <a:spcPts val="400"/>
              </a:spcAft>
            </a:pPr>
            <a:r>
              <a:rPr lang="en-US" sz="1150" noProof="1"/>
              <a:t>Skills include coding conventions, security checklists, validation rules, and documentation templates.</a:t>
            </a:r>
          </a:p>
          <a:p>
            <a:pPr marL="231775" indent="-166688">
              <a:lnSpc>
                <a:spcPct val="90000"/>
              </a:lnSpc>
              <a:spcAft>
                <a:spcPts val="400"/>
              </a:spcAft>
            </a:pPr>
            <a:r>
              <a:rPr lang="en-US" sz="1150" noProof="1"/>
              <a:t>This dynamic loading ensures ARIA applies the latest and most relevant best practices automatically.</a:t>
            </a:r>
          </a:p>
        </p:txBody>
      </p:sp>
      <p:sp>
        <p:nvSpPr>
          <p:cNvPr id="37" name="Google Shape;703;p114">
            <a:extLst>
              <a:ext uri="{FF2B5EF4-FFF2-40B4-BE49-F238E27FC236}">
                <a16:creationId xmlns:a16="http://schemas.microsoft.com/office/drawing/2014/main" id="{02BA3284-DF1D-56B4-19AD-46A06D4C606A}"/>
              </a:ext>
            </a:extLst>
          </p:cNvPr>
          <p:cNvSpPr txBox="1"/>
          <p:nvPr>
            <p:custDataLst>
              <p:tags r:id="rId11"/>
            </p:custDataLst>
          </p:nvPr>
        </p:nvSpPr>
        <p:spPr>
          <a:xfrm>
            <a:off x="9110196" y="1594108"/>
            <a:ext cx="2618170" cy="2729651"/>
          </a:xfrm>
          <a:prstGeom prst="rect">
            <a:avLst/>
          </a:prstGeom>
          <a:noFill/>
          <a:ln>
            <a:noFill/>
          </a:ln>
        </p:spPr>
        <p:txBody>
          <a:bodyPr spcFirstLastPara="1" wrap="square" lIns="45720" tIns="9144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marL="231775" indent="-166688">
              <a:lnSpc>
                <a:spcPct val="90000"/>
              </a:lnSpc>
              <a:spcAft>
                <a:spcPts val="400"/>
              </a:spcAft>
            </a:pPr>
            <a:r>
              <a:rPr lang="en-US" sz="1150" noProof="1"/>
              <a:t>Developers review the generated code, focusing on custom business logic and edge cases.</a:t>
            </a:r>
          </a:p>
          <a:p>
            <a:pPr marL="231775" indent="-166688">
              <a:lnSpc>
                <a:spcPct val="90000"/>
              </a:lnSpc>
              <a:spcAft>
                <a:spcPts val="400"/>
              </a:spcAft>
            </a:pPr>
            <a:r>
              <a:rPr lang="en-US" sz="1150" noProof="1"/>
              <a:t>Refinements and enhancements are added iteratively to tailor the API to specific project needs.</a:t>
            </a:r>
          </a:p>
          <a:p>
            <a:pPr marL="231775" indent="-166688">
              <a:lnSpc>
                <a:spcPct val="90000"/>
              </a:lnSpc>
              <a:spcAft>
                <a:spcPts val="400"/>
              </a:spcAft>
            </a:pPr>
            <a:r>
              <a:rPr lang="en-US" sz="1150" noProof="1"/>
              <a:t>Documentation and test cases generated by ARIA streamline the handoff and quality assurance processes.</a:t>
            </a:r>
          </a:p>
        </p:txBody>
      </p:sp>
      <p:sp>
        <p:nvSpPr>
          <p:cNvPr id="16" name="Google Shape;703;p114">
            <a:extLst>
              <a:ext uri="{FF2B5EF4-FFF2-40B4-BE49-F238E27FC236}">
                <a16:creationId xmlns:a16="http://schemas.microsoft.com/office/drawing/2014/main" id="{9E9B7DD9-CC5B-FB12-46D6-3FEB97306101}"/>
              </a:ext>
            </a:extLst>
          </p:cNvPr>
          <p:cNvSpPr txBox="1"/>
          <p:nvPr>
            <p:custDataLst>
              <p:tags r:id="rId12"/>
            </p:custDataLst>
          </p:nvPr>
        </p:nvSpPr>
        <p:spPr>
          <a:xfrm>
            <a:off x="924230" y="4473843"/>
            <a:ext cx="2618170" cy="1050657"/>
          </a:xfrm>
          <a:prstGeom prst="rect">
            <a:avLst/>
          </a:prstGeom>
          <a:noFill/>
          <a:ln>
            <a:noFill/>
          </a:ln>
        </p:spPr>
        <p:txBody>
          <a:bodyPr spcFirstLastPara="1" wrap="square" lIns="4572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marL="231775" indent="-166688">
              <a:lnSpc>
                <a:spcPct val="90000"/>
              </a:lnSpc>
              <a:spcAft>
                <a:spcPts val="0"/>
              </a:spcAft>
              <a:buClrTx/>
            </a:pPr>
            <a:r>
              <a:rPr lang="en-US" sz="1150" noProof="1">
                <a:solidFill>
                  <a:schemeClr val="tx2"/>
                </a:solidFill>
              </a:rPr>
              <a:t>Clear API specification prompt</a:t>
            </a:r>
          </a:p>
          <a:p>
            <a:pPr marL="231775" indent="-166688">
              <a:lnSpc>
                <a:spcPct val="90000"/>
              </a:lnSpc>
              <a:spcAft>
                <a:spcPts val="0"/>
              </a:spcAft>
              <a:buClrTx/>
            </a:pPr>
            <a:r>
              <a:rPr lang="en-US" sz="1150" noProof="1">
                <a:solidFill>
                  <a:schemeClr val="tx2"/>
                </a:solidFill>
              </a:rPr>
              <a:t>Key functional and security requirements</a:t>
            </a:r>
          </a:p>
          <a:p>
            <a:pPr marL="231775" indent="-166688">
              <a:lnSpc>
                <a:spcPct val="90000"/>
              </a:lnSpc>
              <a:spcAft>
                <a:spcPts val="0"/>
              </a:spcAft>
              <a:buClrTx/>
            </a:pPr>
            <a:r>
              <a:rPr lang="en-US" sz="1150" noProof="1">
                <a:solidFill>
                  <a:schemeClr val="tx2"/>
                </a:solidFill>
              </a:rPr>
              <a:t>Expected endpoints and data models</a:t>
            </a:r>
          </a:p>
        </p:txBody>
      </p:sp>
      <p:sp>
        <p:nvSpPr>
          <p:cNvPr id="17" name="Google Shape;703;p114">
            <a:extLst>
              <a:ext uri="{FF2B5EF4-FFF2-40B4-BE49-F238E27FC236}">
                <a16:creationId xmlns:a16="http://schemas.microsoft.com/office/drawing/2014/main" id="{7FBAA536-AE8D-81C8-D58D-39A2121380F2}"/>
              </a:ext>
            </a:extLst>
          </p:cNvPr>
          <p:cNvSpPr txBox="1"/>
          <p:nvPr>
            <p:custDataLst>
              <p:tags r:id="rId13"/>
            </p:custDataLst>
          </p:nvPr>
        </p:nvSpPr>
        <p:spPr>
          <a:xfrm>
            <a:off x="6381505" y="4473843"/>
            <a:ext cx="2618170" cy="1050657"/>
          </a:xfrm>
          <a:prstGeom prst="rect">
            <a:avLst/>
          </a:prstGeom>
          <a:noFill/>
          <a:ln>
            <a:noFill/>
          </a:ln>
        </p:spPr>
        <p:txBody>
          <a:bodyPr spcFirstLastPara="1" wrap="square" lIns="4572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marL="231775" indent="-166688">
              <a:lnSpc>
                <a:spcPct val="90000"/>
              </a:lnSpc>
              <a:spcAft>
                <a:spcPts val="0"/>
              </a:spcAft>
              <a:buClrTx/>
            </a:pPr>
            <a:r>
              <a:rPr lang="en-US" sz="1150" noProof="1">
                <a:solidFill>
                  <a:schemeClr val="tx2"/>
                </a:solidFill>
              </a:rPr>
              <a:t>Generated API codebase</a:t>
            </a:r>
          </a:p>
          <a:p>
            <a:pPr marL="231775" indent="-166688">
              <a:lnSpc>
                <a:spcPct val="90000"/>
              </a:lnSpc>
              <a:spcAft>
                <a:spcPts val="0"/>
              </a:spcAft>
              <a:buClrTx/>
            </a:pPr>
            <a:r>
              <a:rPr lang="en-US" sz="1150" noProof="1">
                <a:solidFill>
                  <a:schemeClr val="tx2"/>
                </a:solidFill>
              </a:rPr>
              <a:t>Endpoint implementations</a:t>
            </a:r>
          </a:p>
          <a:p>
            <a:pPr marL="231775" indent="-166688">
              <a:lnSpc>
                <a:spcPct val="90000"/>
              </a:lnSpc>
              <a:spcAft>
                <a:spcPts val="0"/>
              </a:spcAft>
              <a:buClrTx/>
            </a:pPr>
            <a:r>
              <a:rPr lang="en-US" sz="1150" noProof="1">
                <a:solidFill>
                  <a:schemeClr val="tx2"/>
                </a:solidFill>
              </a:rPr>
              <a:t>Validation and error handling logic</a:t>
            </a:r>
          </a:p>
        </p:txBody>
      </p:sp>
      <p:sp>
        <p:nvSpPr>
          <p:cNvPr id="18" name="Google Shape;703;p114">
            <a:extLst>
              <a:ext uri="{FF2B5EF4-FFF2-40B4-BE49-F238E27FC236}">
                <a16:creationId xmlns:a16="http://schemas.microsoft.com/office/drawing/2014/main" id="{1B76EF36-125E-81C0-F1BA-4495197A1A62}"/>
              </a:ext>
            </a:extLst>
          </p:cNvPr>
          <p:cNvSpPr txBox="1"/>
          <p:nvPr>
            <p:custDataLst>
              <p:tags r:id="rId14"/>
            </p:custDataLst>
          </p:nvPr>
        </p:nvSpPr>
        <p:spPr>
          <a:xfrm>
            <a:off x="3653657" y="4473843"/>
            <a:ext cx="2618170" cy="1050657"/>
          </a:xfrm>
          <a:prstGeom prst="rect">
            <a:avLst/>
          </a:prstGeom>
          <a:noFill/>
          <a:ln>
            <a:noFill/>
          </a:ln>
        </p:spPr>
        <p:txBody>
          <a:bodyPr spcFirstLastPara="1" wrap="square" lIns="4572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marL="231775" indent="-166688">
              <a:lnSpc>
                <a:spcPct val="90000"/>
              </a:lnSpc>
              <a:spcAft>
                <a:spcPts val="0"/>
              </a:spcAft>
              <a:buClrTx/>
            </a:pPr>
            <a:r>
              <a:rPr lang="en-US" sz="1150" noProof="1">
                <a:solidFill>
                  <a:schemeClr val="tx2"/>
                </a:solidFill>
              </a:rPr>
              <a:t>API development standards package</a:t>
            </a:r>
          </a:p>
          <a:p>
            <a:pPr marL="231775" indent="-166688">
              <a:lnSpc>
                <a:spcPct val="90000"/>
              </a:lnSpc>
              <a:spcAft>
                <a:spcPts val="0"/>
              </a:spcAft>
              <a:buClrTx/>
            </a:pPr>
            <a:r>
              <a:rPr lang="en-US" sz="1150" noProof="1">
                <a:solidFill>
                  <a:schemeClr val="tx2"/>
                </a:solidFill>
              </a:rPr>
              <a:t>Security and validation templates</a:t>
            </a:r>
          </a:p>
          <a:p>
            <a:pPr marL="231775" indent="-166688">
              <a:lnSpc>
                <a:spcPct val="90000"/>
              </a:lnSpc>
              <a:spcAft>
                <a:spcPts val="0"/>
              </a:spcAft>
              <a:buClrTx/>
            </a:pPr>
            <a:r>
              <a:rPr lang="en-US" sz="1150" noProof="1">
                <a:solidFill>
                  <a:schemeClr val="tx2"/>
                </a:solidFill>
              </a:rPr>
              <a:t>Error handling and logging protocols</a:t>
            </a:r>
          </a:p>
        </p:txBody>
      </p:sp>
      <p:sp>
        <p:nvSpPr>
          <p:cNvPr id="19" name="Google Shape;703;p114">
            <a:extLst>
              <a:ext uri="{FF2B5EF4-FFF2-40B4-BE49-F238E27FC236}">
                <a16:creationId xmlns:a16="http://schemas.microsoft.com/office/drawing/2014/main" id="{EB0082C8-47F5-2E2B-519E-B5840055C5DB}"/>
              </a:ext>
            </a:extLst>
          </p:cNvPr>
          <p:cNvSpPr txBox="1"/>
          <p:nvPr>
            <p:custDataLst>
              <p:tags r:id="rId15"/>
            </p:custDataLst>
          </p:nvPr>
        </p:nvSpPr>
        <p:spPr>
          <a:xfrm>
            <a:off x="9110196" y="4473843"/>
            <a:ext cx="2618170" cy="1050657"/>
          </a:xfrm>
          <a:prstGeom prst="rect">
            <a:avLst/>
          </a:prstGeom>
          <a:noFill/>
          <a:ln>
            <a:noFill/>
          </a:ln>
        </p:spPr>
        <p:txBody>
          <a:bodyPr spcFirstLastPara="1" wrap="square" lIns="45720" tIns="45720" rIns="91440" bIns="45720" anchor="t" anchorCtr="0">
            <a:normAutofit/>
          </a:bodyPr>
          <a:lstStyle>
            <a:defPPr>
              <a:defRPr lang="en-US"/>
            </a:defPPr>
            <a:lvl1pPr marL="295275" indent="-230188">
              <a:spcAft>
                <a:spcPts val="600"/>
              </a:spcAft>
              <a:buClr>
                <a:schemeClr val="accent1"/>
              </a:buClr>
              <a:buFont typeface="Arial" panose="020B0604020202020204" pitchFamily="34" charset="0"/>
              <a:buChar char="•"/>
              <a:defRPr sz="1250"/>
            </a:lvl1pPr>
          </a:lstStyle>
          <a:p>
            <a:pPr marL="231775" indent="-166688">
              <a:lnSpc>
                <a:spcPct val="90000"/>
              </a:lnSpc>
              <a:spcAft>
                <a:spcPts val="0"/>
              </a:spcAft>
              <a:buClrTx/>
            </a:pPr>
            <a:r>
              <a:rPr lang="en-US" sz="1150" noProof="1">
                <a:solidFill>
                  <a:schemeClr val="tx2"/>
                </a:solidFill>
              </a:rPr>
              <a:t>Review-ready API code</a:t>
            </a:r>
          </a:p>
          <a:p>
            <a:pPr marL="231775" indent="-166688">
              <a:lnSpc>
                <a:spcPct val="90000"/>
              </a:lnSpc>
              <a:spcAft>
                <a:spcPts val="0"/>
              </a:spcAft>
              <a:buClrTx/>
            </a:pPr>
            <a:r>
              <a:rPr lang="en-US" sz="1150" noProof="1">
                <a:solidFill>
                  <a:schemeClr val="tx2"/>
                </a:solidFill>
              </a:rPr>
              <a:t>Documentation draft</a:t>
            </a:r>
          </a:p>
          <a:p>
            <a:pPr marL="231775" indent="-166688">
              <a:lnSpc>
                <a:spcPct val="90000"/>
              </a:lnSpc>
              <a:spcAft>
                <a:spcPts val="0"/>
              </a:spcAft>
              <a:buClrTx/>
            </a:pPr>
            <a:r>
              <a:rPr lang="en-US" sz="1150" noProof="1">
                <a:solidFill>
                  <a:schemeClr val="tx2"/>
                </a:solidFill>
              </a:rPr>
              <a:t>Test cases outline</a:t>
            </a:r>
          </a:p>
        </p:txBody>
      </p:sp>
      <p:cxnSp>
        <p:nvCxnSpPr>
          <p:cNvPr id="20" name="Google Shape;559;p88">
            <a:extLst>
              <a:ext uri="{FF2B5EF4-FFF2-40B4-BE49-F238E27FC236}">
                <a16:creationId xmlns:a16="http://schemas.microsoft.com/office/drawing/2014/main" id="{9AD75E32-813C-2236-5D29-22C8B0DDB35D}"/>
              </a:ext>
            </a:extLst>
          </p:cNvPr>
          <p:cNvCxnSpPr>
            <a:cxnSpLocks/>
          </p:cNvCxnSpPr>
          <p:nvPr/>
        </p:nvCxnSpPr>
        <p:spPr>
          <a:xfrm flipV="1">
            <a:off x="461317" y="4396002"/>
            <a:ext cx="11277594" cy="11218"/>
          </a:xfrm>
          <a:prstGeom prst="straightConnector1">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AC8F2330-475B-2727-FC2A-ADD4805E1124}"/>
              </a:ext>
            </a:extLst>
          </p:cNvPr>
          <p:cNvSpPr txBox="1">
            <a:spLocks/>
          </p:cNvSpPr>
          <p:nvPr>
            <p:custDataLst>
              <p:tags r:id="rId16"/>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Demo Walkthrough</a:t>
            </a:r>
          </a:p>
        </p:txBody>
      </p:sp>
      <p:sp>
        <p:nvSpPr>
          <p:cNvPr id="11" name="Text Placeholder 4">
            <a:extLst>
              <a:ext uri="{FF2B5EF4-FFF2-40B4-BE49-F238E27FC236}">
                <a16:creationId xmlns:a16="http://schemas.microsoft.com/office/drawing/2014/main" id="{24498284-1D78-99C6-CE64-9D57A70D601C}"/>
              </a:ext>
            </a:extLst>
          </p:cNvPr>
          <p:cNvSpPr txBox="1">
            <a:spLocks/>
          </p:cNvSpPr>
          <p:nvPr>
            <p:custDataLst>
              <p:tags r:id="rId17"/>
            </p:custDataLst>
          </p:nvPr>
        </p:nvSpPr>
        <p:spPr>
          <a:xfrm>
            <a:off x="461311" y="5668963"/>
            <a:ext cx="11277600" cy="622300"/>
          </a:xfrm>
          <a:prstGeom prst="rect">
            <a:avLst/>
          </a:prstGeom>
          <a:solidFill>
            <a:schemeClr val="accent1"/>
          </a:solidFill>
        </p:spPr>
        <p:txBody>
          <a:bodyPr vert="horz" lIns="365760" tIns="45720" rIns="91440" bIns="45720" rtlCol="0" anchor="ctr">
            <a:normAutofit/>
          </a:bodyPr>
          <a:lstStyle>
            <a:lvl1pPr indent="0">
              <a:lnSpc>
                <a:spcPct val="110000"/>
              </a:lnSpc>
              <a:spcBef>
                <a:spcPts val="1000"/>
              </a:spcBef>
              <a:buFont typeface="Arial" panose="020B0604020202020204" pitchFamily="34" charset="0"/>
              <a:buNone/>
              <a:defRPr sz="1200">
                <a:solidFill>
                  <a:schemeClr val="bg1"/>
                </a:solidFill>
                <a:cs typeface="Arial" panose="020B0604020202020204" pitchFamily="34" charset="0"/>
              </a:defRPr>
            </a:lvl1pPr>
            <a:lvl2pPr indent="0">
              <a:lnSpc>
                <a:spcPct val="90000"/>
              </a:lnSpc>
              <a:spcBef>
                <a:spcPts val="500"/>
              </a:spcBef>
              <a:buFont typeface="Arial" panose="020B0604020202020204" pitchFamily="34" charset="0"/>
              <a:buNone/>
              <a:defRPr sz="1200">
                <a:cs typeface="Arial" panose="020B0604020202020204" pitchFamily="34" charset="0"/>
              </a:defRPr>
            </a:lvl2pPr>
            <a:lvl3pPr marL="1143000" indent="-228600">
              <a:lnSpc>
                <a:spcPct val="90000"/>
              </a:lnSpc>
              <a:spcBef>
                <a:spcPts val="500"/>
              </a:spcBef>
              <a:buFont typeface="Arial" panose="020B0604020202020204" pitchFamily="34" charset="0"/>
              <a:buChar char="•"/>
              <a:defRPr sz="1200">
                <a:cs typeface="Arial" panose="020B0604020202020204" pitchFamily="34" charset="0"/>
              </a:defRPr>
            </a:lvl3pPr>
            <a:lvl4pPr marL="1600200" indent="-228600">
              <a:lnSpc>
                <a:spcPct val="90000"/>
              </a:lnSpc>
              <a:spcBef>
                <a:spcPts val="500"/>
              </a:spcBef>
              <a:buFont typeface="Arial" panose="020B0604020202020204" pitchFamily="34" charset="0"/>
              <a:buChar char="•"/>
              <a:defRPr sz="1200">
                <a:cs typeface="Arial" panose="020B0604020202020204" pitchFamily="34" charset="0"/>
              </a:defRPr>
            </a:lvl4pPr>
            <a:lvl5pPr marL="2057400" indent="-228600">
              <a:lnSpc>
                <a:spcPct val="90000"/>
              </a:lnSpc>
              <a:spcBef>
                <a:spcPts val="500"/>
              </a:spcBef>
              <a:buFont typeface="Arial" panose="020B0604020202020204" pitchFamily="34" charset="0"/>
              <a:buChar char="•"/>
              <a:defRPr sz="120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r>
              <a:rPr lang="en-US" noProof="1"/>
              <a:t>ARIA accelerates API development by automatically generating approximately 80% of the code within minutes, strictly following C&amp;IB Digital’s established standards. This demo showcases how ARIA transforms simple developer prompts into a robust, standardized API ready for review and refinement, reducing manual effort and enhancing consistency across projects.</a:t>
            </a:r>
          </a:p>
        </p:txBody>
      </p:sp>
      <p:sp>
        <p:nvSpPr>
          <p:cNvPr id="12" name="Triangle 11">
            <a:extLst>
              <a:ext uri="{FF2B5EF4-FFF2-40B4-BE49-F238E27FC236}">
                <a16:creationId xmlns:a16="http://schemas.microsoft.com/office/drawing/2014/main" id="{23CAA34E-3BC7-9395-BA7B-A3A9DCA22746}"/>
              </a:ext>
            </a:extLst>
          </p:cNvPr>
          <p:cNvSpPr/>
          <p:nvPr/>
        </p:nvSpPr>
        <p:spPr>
          <a:xfrm rot="5400000">
            <a:off x="549371" y="5925249"/>
            <a:ext cx="182880" cy="109728"/>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cxnSp>
        <p:nvCxnSpPr>
          <p:cNvPr id="23" name="Straight Connector 22">
            <a:extLst>
              <a:ext uri="{FF2B5EF4-FFF2-40B4-BE49-F238E27FC236}">
                <a16:creationId xmlns:a16="http://schemas.microsoft.com/office/drawing/2014/main" id="{FA3EC9A7-2AF7-2B2D-B279-F4DF7B8A2010}"/>
              </a:ext>
            </a:extLst>
          </p:cNvPr>
          <p:cNvCxnSpPr>
            <a:cxnSpLocks/>
          </p:cNvCxnSpPr>
          <p:nvPr/>
        </p:nvCxnSpPr>
        <p:spPr>
          <a:xfrm>
            <a:off x="933855" y="1594103"/>
            <a:ext cx="2618170" cy="0"/>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0DA1C77-2D3F-943E-6AF6-5092FC08924E}"/>
              </a:ext>
            </a:extLst>
          </p:cNvPr>
          <p:cNvCxnSpPr>
            <a:cxnSpLocks/>
          </p:cNvCxnSpPr>
          <p:nvPr/>
        </p:nvCxnSpPr>
        <p:spPr>
          <a:xfrm>
            <a:off x="3653657" y="1594103"/>
            <a:ext cx="2618170" cy="0"/>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C2C3C76-2B4C-B57B-4E69-704BB99A5B7F}"/>
              </a:ext>
            </a:extLst>
          </p:cNvPr>
          <p:cNvCxnSpPr>
            <a:cxnSpLocks/>
          </p:cNvCxnSpPr>
          <p:nvPr/>
        </p:nvCxnSpPr>
        <p:spPr>
          <a:xfrm>
            <a:off x="6383084" y="1594103"/>
            <a:ext cx="2618170" cy="0"/>
          </a:xfrm>
          <a:prstGeom prst="line">
            <a:avLst/>
          </a:prstGeom>
          <a:ln w="127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094A943-D1D4-D3A2-66B1-36F4ED3E22D5}"/>
              </a:ext>
            </a:extLst>
          </p:cNvPr>
          <p:cNvCxnSpPr>
            <a:cxnSpLocks/>
          </p:cNvCxnSpPr>
          <p:nvPr/>
        </p:nvCxnSpPr>
        <p:spPr>
          <a:xfrm>
            <a:off x="9112512" y="1594103"/>
            <a:ext cx="2618170" cy="0"/>
          </a:xfrm>
          <a:prstGeom prst="line">
            <a:avLst/>
          </a:prstGeom>
          <a:ln w="12700"/>
        </p:spPr>
        <p:style>
          <a:lnRef idx="2">
            <a:schemeClr val="accent1"/>
          </a:lnRef>
          <a:fillRef idx="0">
            <a:schemeClr val="accent1"/>
          </a:fillRef>
          <a:effectRef idx="1">
            <a:schemeClr val="accent1"/>
          </a:effectRef>
          <a:fontRef idx="minor">
            <a:schemeClr val="tx1"/>
          </a:fontRef>
        </p:style>
      </p:cxnSp>
      <p:sp>
        <p:nvSpPr>
          <p:cNvPr id="28" name="Slide Number Placeholder 27">
            <a:extLst>
              <a:ext uri="{FF2B5EF4-FFF2-40B4-BE49-F238E27FC236}">
                <a16:creationId xmlns:a16="http://schemas.microsoft.com/office/drawing/2014/main" id="{1980C72C-56B8-4ED7-B382-17E12B73A792}"/>
              </a:ext>
            </a:extLst>
          </p:cNvPr>
          <p:cNvSpPr>
            <a:spLocks noGrp="1"/>
          </p:cNvSpPr>
          <p:nvPr>
            <p:ph type="sldNum" sz="quarter" idx="17"/>
          </p:nvPr>
        </p:nvSpPr>
        <p:spPr/>
        <p:txBody>
          <a:bodyPr/>
          <a:lstStyle/>
          <a:p>
            <a:fld id="{0122C274-3D99-4A24-ADE9-DD3F36DBA14D}" type="slidenum">
              <a:rPr lang="en-US" smtClean="0"/>
              <a:t>137</a:t>
            </a:fld>
            <a:endParaRPr lang="en-US"/>
          </a:p>
        </p:txBody>
      </p:sp>
      <p:sp>
        <p:nvSpPr>
          <p:cNvPr id="30" name="Rectangle 29">
            <a:extLst>
              <a:ext uri="{FF2B5EF4-FFF2-40B4-BE49-F238E27FC236}">
                <a16:creationId xmlns:a16="http://schemas.microsoft.com/office/drawing/2014/main" id="{C8099499-4690-A416-E4EB-47842F044729}"/>
              </a:ext>
            </a:extLst>
          </p:cNvPr>
          <p:cNvSpPr>
            <a:spLocks noChangeAspect="1"/>
          </p:cNvSpPr>
          <p:nvPr>
            <p:custDataLst>
              <p:tags r:id="rId18"/>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2977822174"/>
      </p:ext>
    </p:extLst>
  </p:cSld>
  <p:clrMapOvr>
    <a:masterClrMapping/>
  </p:clrMapOvr>
</p:sld>
</file>

<file path=ppt/slides/slide153215.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1A0A6-6C26-4E05-2BD0-0D7A25BE4A6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6B9039-350C-7459-93EC-5903ADA94247}"/>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5" imgW="7772400" imgH="10058400" progId="TCLayout.ActiveDocument.1">
                  <p:embed/>
                </p:oleObj>
              </mc:Choice>
              <mc:Fallback>
                <p:oleObj name="think-cell Slide" r:id="rId25" imgW="7772400" imgH="10058400" progId="TCLayout.ActiveDocument.1">
                  <p:embed/>
                  <p:pic>
                    <p:nvPicPr>
                      <p:cNvPr id="5" name="think-cell data - do not delete" hidden="1">
                        <a:extLst>
                          <a:ext uri="{FF2B5EF4-FFF2-40B4-BE49-F238E27FC236}">
                            <a16:creationId xmlns:a16="http://schemas.microsoft.com/office/drawing/2014/main" id="{D26B9039-350C-7459-93EC-5903ADA94247}"/>
                          </a:ext>
                        </a:extLst>
                      </p:cNvPr>
                      <p:cNvPicPr/>
                      <p:nvPr/>
                    </p:nvPicPr>
                    <p:blipFill>
                      <a:blip r:embed="Rac326abf26b34dda"/>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4AACBE4-2AE4-FBC3-ED51-F89865B9F91F}"/>
              </a:ext>
            </a:extLst>
          </p:cNvPr>
          <p:cNvSpPr>
            <a:spLocks noGrp="1"/>
          </p:cNvSpPr>
          <p:nvPr>
            <p:ph type="title"/>
            <p:custDataLst>
              <p:tags r:id="rId3"/>
            </p:custDataLst>
          </p:nvPr>
        </p:nvSpPr>
        <p:spPr/>
        <p:txBody>
          <a:bodyPr vert="horz" lIns="0" tIns="91440" rIns="0" bIns="45720" rtlCol="0" anchor="ctr">
            <a:normAutofit/>
          </a:bodyPr>
          <a:lstStyle/>
          <a:p>
            <a:pPr/>
            <a:r>
              <a:rPr lang="en-US" noProof="1"/>
              <a:t>Roadmap: From Skills to a Custom ARIA Agent</a:t>
            </a:r>
          </a:p>
        </p:txBody>
      </p:sp>
      <p:sp>
        <p:nvSpPr>
          <p:cNvPr id="9" name="Arrow: Right 8">
            <a:extLst>
              <a:ext uri="{FF2B5EF4-FFF2-40B4-BE49-F238E27FC236}">
                <a16:creationId xmlns:a16="http://schemas.microsoft.com/office/drawing/2014/main" id="{4B50F386-70E9-1905-A207-3ECF5A71B9E1}"/>
              </a:ext>
            </a:extLst>
          </p:cNvPr>
          <p:cNvSpPr/>
          <p:nvPr/>
        </p:nvSpPr>
        <p:spPr>
          <a:xfrm>
            <a:off x="464009" y="2085026"/>
            <a:ext cx="11274425" cy="469912"/>
          </a:xfrm>
          <a:prstGeom prst="rightArrow">
            <a:avLst>
              <a:gd name="adj1" fmla="val 50000"/>
              <a:gd name="adj2" fmla="val 56244"/>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1"/>
          </a:p>
        </p:txBody>
      </p:sp>
      <p:sp>
        <p:nvSpPr>
          <p:cNvPr id="10" name="Google Shape;849;p118">
            <a:extLst>
              <a:ext uri="{FF2B5EF4-FFF2-40B4-BE49-F238E27FC236}">
                <a16:creationId xmlns:a16="http://schemas.microsoft.com/office/drawing/2014/main" id="{D37C1CF1-7F34-6734-4D6D-059E4C63F01A}"/>
              </a:ext>
            </a:extLst>
          </p:cNvPr>
          <p:cNvSpPr txBox="1"/>
          <p:nvPr>
            <p:custDataLst>
              <p:tags r:id="rId4"/>
            </p:custDataLst>
          </p:nvPr>
        </p:nvSpPr>
        <p:spPr>
          <a:xfrm>
            <a:off x="7393369" y="3429000"/>
            <a:ext cx="2050591" cy="411480"/>
          </a:xfrm>
          <a:prstGeom prst="rect">
            <a:avLst/>
          </a:prstGeom>
          <a:noFill/>
          <a:ln>
            <a:noFill/>
          </a:ln>
        </p:spPr>
        <p:txBody>
          <a:bodyPr spcFirstLastPara="1" wrap="square" lIns="0" tIns="45720" rIns="0" bIns="0" anchor="t" anchorCtr="0">
            <a:normAutofit/>
          </a:bodyPr>
          <a:lstStyle/>
          <a:p>
            <a:pPr>
              <a:buClr>
                <a:srgbClr val="000000"/>
              </a:buClr>
              <a:buSzPts val="1100"/>
            </a:pPr>
            <a:r>
              <a:rPr lang="en-US" sz="1250" b="1" noProof="1">
                <a:latin typeface="+mj-lt"/>
              </a:rPr>
              <a:t>Phase 4: Custom Agent Build</a:t>
            </a:r>
          </a:p>
        </p:txBody>
      </p:sp>
      <p:sp>
        <p:nvSpPr>
          <p:cNvPr id="11" name="Rectangle 10">
            <a:extLst>
              <a:ext uri="{FF2B5EF4-FFF2-40B4-BE49-F238E27FC236}">
                <a16:creationId xmlns:a16="http://schemas.microsoft.com/office/drawing/2014/main" id="{1D807FD2-99E3-88E3-89B9-1744A9D36457}"/>
              </a:ext>
            </a:extLst>
          </p:cNvPr>
          <p:cNvSpPr/>
          <p:nvPr>
            <p:custDataLst>
              <p:tags r:id="rId5"/>
            </p:custDataLst>
          </p:nvPr>
        </p:nvSpPr>
        <p:spPr>
          <a:xfrm>
            <a:off x="7400896" y="3840480"/>
            <a:ext cx="2050591" cy="22068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50" noProof="1">
                <a:solidFill>
                  <a:schemeClr val="tx1"/>
                </a:solidFill>
              </a:rPr>
              <a:t>Begin building a fully custom-trained ARIA agent integrated deeply with C&amp;IB Digital’s development environment and evolving through continuous learning.</a:t>
            </a:r>
          </a:p>
        </p:txBody>
      </p:sp>
      <p:sp>
        <p:nvSpPr>
          <p:cNvPr id="12" name="Google Shape;849;p118">
            <a:extLst>
              <a:ext uri="{FF2B5EF4-FFF2-40B4-BE49-F238E27FC236}">
                <a16:creationId xmlns:a16="http://schemas.microsoft.com/office/drawing/2014/main" id="{7D56C603-C06E-2354-0B91-CA2170D01B72}"/>
              </a:ext>
            </a:extLst>
          </p:cNvPr>
          <p:cNvSpPr txBox="1"/>
          <p:nvPr>
            <p:custDataLst>
              <p:tags r:id="rId6"/>
            </p:custDataLst>
          </p:nvPr>
        </p:nvSpPr>
        <p:spPr>
          <a:xfrm>
            <a:off x="9667775" y="3429000"/>
            <a:ext cx="2050591" cy="411480"/>
          </a:xfrm>
          <a:prstGeom prst="rect">
            <a:avLst/>
          </a:prstGeom>
          <a:noFill/>
          <a:ln>
            <a:noFill/>
          </a:ln>
        </p:spPr>
        <p:txBody>
          <a:bodyPr spcFirstLastPara="1" wrap="square" lIns="0" tIns="45720" rIns="0" bIns="0" anchor="t" anchorCtr="0">
            <a:normAutofit/>
          </a:bodyPr>
          <a:lstStyle>
            <a:defPPr>
              <a:defRPr lang="en-US"/>
            </a:defPPr>
            <a:lvl1pPr>
              <a:buClr>
                <a:srgbClr val="000000"/>
              </a:buClr>
              <a:buSzPts val="1100"/>
              <a:defRPr sz="1200" b="1">
                <a:solidFill>
                  <a:schemeClr val="accent3"/>
                </a:solidFill>
              </a:defRPr>
            </a:lvl1pPr>
          </a:lstStyle>
          <a:p>
            <a:pPr>
              <a:buClr>
                <a:srgbClr val="000000"/>
              </a:buClr>
              <a:buSzPts val="1100"/>
            </a:pPr>
            <a:r>
              <a:rPr lang="en-US" sz="1250" b="1" noProof="1">
                <a:solidFill>
                  <a:schemeClr val="tx1"/>
                </a:solidFill>
                <a:latin typeface="+mj-lt"/>
              </a:rPr>
              <a:t>Phase 5: Full Integration</a:t>
            </a:r>
          </a:p>
        </p:txBody>
      </p:sp>
      <p:sp>
        <p:nvSpPr>
          <p:cNvPr id="13" name="Rectangle 12">
            <a:extLst>
              <a:ext uri="{FF2B5EF4-FFF2-40B4-BE49-F238E27FC236}">
                <a16:creationId xmlns:a16="http://schemas.microsoft.com/office/drawing/2014/main" id="{5C65703D-2E9A-071A-90A0-C6315136CAC3}"/>
              </a:ext>
            </a:extLst>
          </p:cNvPr>
          <p:cNvSpPr/>
          <p:nvPr>
            <p:custDataLst>
              <p:tags r:id="rId7"/>
            </p:custDataLst>
          </p:nvPr>
        </p:nvSpPr>
        <p:spPr>
          <a:xfrm>
            <a:off x="9677809" y="3840791"/>
            <a:ext cx="2050591" cy="22103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50" noProof="1">
                <a:solidFill>
                  <a:schemeClr val="tx1"/>
                </a:solidFill>
              </a:rPr>
              <a:t>Complete integration of the custom ARIA agent into all C&amp;IB Digital teams’ workflows, standardizing development practices and accelerating delivery.</a:t>
            </a:r>
          </a:p>
        </p:txBody>
      </p:sp>
      <p:sp>
        <p:nvSpPr>
          <p:cNvPr id="15" name="Google Shape;849;p118">
            <a:extLst>
              <a:ext uri="{FF2B5EF4-FFF2-40B4-BE49-F238E27FC236}">
                <a16:creationId xmlns:a16="http://schemas.microsoft.com/office/drawing/2014/main" id="{CAA2AE7E-23A7-C5A5-9B4A-B1F4C0C94BE5}"/>
              </a:ext>
            </a:extLst>
          </p:cNvPr>
          <p:cNvSpPr txBox="1"/>
          <p:nvPr>
            <p:custDataLst>
              <p:tags r:id="rId8"/>
            </p:custDataLst>
          </p:nvPr>
        </p:nvSpPr>
        <p:spPr>
          <a:xfrm>
            <a:off x="2844559" y="3429000"/>
            <a:ext cx="2050591" cy="411480"/>
          </a:xfrm>
          <a:prstGeom prst="rect">
            <a:avLst/>
          </a:prstGeom>
          <a:noFill/>
          <a:ln>
            <a:noFill/>
          </a:ln>
        </p:spPr>
        <p:txBody>
          <a:bodyPr spcFirstLastPara="1" wrap="square" lIns="0" tIns="45720" rIns="0" bIns="0" anchor="t" anchorCtr="0">
            <a:normAutofit/>
          </a:bodyPr>
          <a:lstStyle/>
          <a:p>
            <a:pPr>
              <a:buClr>
                <a:srgbClr val="000000"/>
              </a:buClr>
              <a:buSzPts val="1100"/>
            </a:pPr>
            <a:r>
              <a:rPr lang="en-US" sz="1250" b="1" noProof="1">
                <a:latin typeface="+mj-lt"/>
              </a:rPr>
              <a:t>Phase 2: Skills Expansion</a:t>
            </a:r>
          </a:p>
        </p:txBody>
      </p:sp>
      <p:sp>
        <p:nvSpPr>
          <p:cNvPr id="16" name="Rectangle 15">
            <a:extLst>
              <a:ext uri="{FF2B5EF4-FFF2-40B4-BE49-F238E27FC236}">
                <a16:creationId xmlns:a16="http://schemas.microsoft.com/office/drawing/2014/main" id="{4DE33BE1-6AC2-81A1-B225-0CAA912BB175}"/>
              </a:ext>
            </a:extLst>
          </p:cNvPr>
          <p:cNvSpPr/>
          <p:nvPr>
            <p:custDataLst>
              <p:tags r:id="rId9"/>
            </p:custDataLst>
          </p:nvPr>
        </p:nvSpPr>
        <p:spPr>
          <a:xfrm>
            <a:off x="2847068" y="3840480"/>
            <a:ext cx="2050591" cy="22068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50" noProof="1">
                <a:solidFill>
                  <a:schemeClr val="tx1"/>
                </a:solidFill>
              </a:rPr>
              <a:t>Broaden the Agent Skills library to include testing frameworks, security checklists, and documentation templates.</a:t>
            </a:r>
          </a:p>
        </p:txBody>
      </p:sp>
      <p:sp>
        <p:nvSpPr>
          <p:cNvPr id="17" name="Google Shape;849;p118">
            <a:extLst>
              <a:ext uri="{FF2B5EF4-FFF2-40B4-BE49-F238E27FC236}">
                <a16:creationId xmlns:a16="http://schemas.microsoft.com/office/drawing/2014/main" id="{B8D77D38-505B-AC11-D821-4E75CCF15092}"/>
              </a:ext>
            </a:extLst>
          </p:cNvPr>
          <p:cNvSpPr txBox="1"/>
          <p:nvPr>
            <p:custDataLst>
              <p:tags r:id="rId10"/>
            </p:custDataLst>
          </p:nvPr>
        </p:nvSpPr>
        <p:spPr>
          <a:xfrm>
            <a:off x="5118964" y="3429000"/>
            <a:ext cx="2050591" cy="411480"/>
          </a:xfrm>
          <a:prstGeom prst="rect">
            <a:avLst/>
          </a:prstGeom>
          <a:noFill/>
          <a:ln>
            <a:noFill/>
          </a:ln>
        </p:spPr>
        <p:txBody>
          <a:bodyPr spcFirstLastPara="1" wrap="square" lIns="0" tIns="45720" rIns="0" bIns="0" anchor="t" anchorCtr="0">
            <a:normAutofit/>
          </a:bodyPr>
          <a:lstStyle/>
          <a:p>
            <a:pPr>
              <a:buClr>
                <a:srgbClr val="000000"/>
              </a:buClr>
              <a:buSzPts val="1100"/>
            </a:pPr>
            <a:r>
              <a:rPr lang="en-US" sz="1250" b="1" noProof="1">
                <a:latin typeface="+mj-lt"/>
              </a:rPr>
              <a:t>Phase 3: Pilot &amp; Feedback</a:t>
            </a:r>
          </a:p>
        </p:txBody>
      </p:sp>
      <p:sp>
        <p:nvSpPr>
          <p:cNvPr id="18" name="Rectangle 17">
            <a:extLst>
              <a:ext uri="{FF2B5EF4-FFF2-40B4-BE49-F238E27FC236}">
                <a16:creationId xmlns:a16="http://schemas.microsoft.com/office/drawing/2014/main" id="{6E1FA65A-60A1-6727-87C0-CB043048EB22}"/>
              </a:ext>
            </a:extLst>
          </p:cNvPr>
          <p:cNvSpPr/>
          <p:nvPr>
            <p:custDataLst>
              <p:tags r:id="rId11"/>
            </p:custDataLst>
          </p:nvPr>
        </p:nvSpPr>
        <p:spPr>
          <a:xfrm>
            <a:off x="5123982" y="3840791"/>
            <a:ext cx="2050591" cy="22103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50" noProof="1">
                <a:solidFill>
                  <a:schemeClr val="tx1"/>
                </a:solidFill>
              </a:rPr>
              <a:t>Launch pilot with a wider developer group to gather feedback, identify improvements, and validate ARIA's impact.</a:t>
            </a:r>
          </a:p>
        </p:txBody>
      </p:sp>
      <p:sp>
        <p:nvSpPr>
          <p:cNvPr id="19" name="Google Shape;849;p118">
            <a:extLst>
              <a:ext uri="{FF2B5EF4-FFF2-40B4-BE49-F238E27FC236}">
                <a16:creationId xmlns:a16="http://schemas.microsoft.com/office/drawing/2014/main" id="{1CCE5AA1-2A96-9AC9-467E-0FF736FB5C30}"/>
              </a:ext>
            </a:extLst>
          </p:cNvPr>
          <p:cNvSpPr txBox="1"/>
          <p:nvPr>
            <p:custDataLst>
              <p:tags r:id="rId12"/>
            </p:custDataLst>
          </p:nvPr>
        </p:nvSpPr>
        <p:spPr>
          <a:xfrm>
            <a:off x="570154" y="3429000"/>
            <a:ext cx="2050591" cy="411480"/>
          </a:xfrm>
          <a:prstGeom prst="rect">
            <a:avLst/>
          </a:prstGeom>
          <a:noFill/>
          <a:ln>
            <a:noFill/>
          </a:ln>
        </p:spPr>
        <p:txBody>
          <a:bodyPr spcFirstLastPara="1" wrap="square" lIns="0" tIns="45720" rIns="0" bIns="0" anchor="t" anchorCtr="0">
            <a:normAutofit/>
          </a:bodyPr>
          <a:lstStyle/>
          <a:p>
            <a:pPr>
              <a:buClr>
                <a:srgbClr val="000000"/>
              </a:buClr>
              <a:buSzPts val="1100"/>
            </a:pPr>
            <a:r>
              <a:rPr lang="en-US" sz="1250" b="1" noProof="1">
                <a:latin typeface="+mj-lt"/>
              </a:rPr>
              <a:t>Phase 1: Initial Rollout</a:t>
            </a:r>
          </a:p>
        </p:txBody>
      </p:sp>
      <p:sp>
        <p:nvSpPr>
          <p:cNvPr id="20" name="Rectangle 19">
            <a:extLst>
              <a:ext uri="{FF2B5EF4-FFF2-40B4-BE49-F238E27FC236}">
                <a16:creationId xmlns:a16="http://schemas.microsoft.com/office/drawing/2014/main" id="{221391BF-175B-6A70-A10E-AB8DF4ECA6BA}"/>
              </a:ext>
            </a:extLst>
          </p:cNvPr>
          <p:cNvSpPr/>
          <p:nvPr>
            <p:custDataLst>
              <p:tags r:id="rId13"/>
            </p:custDataLst>
          </p:nvPr>
        </p:nvSpPr>
        <p:spPr>
          <a:xfrm>
            <a:off x="570154" y="3840791"/>
            <a:ext cx="2050591" cy="22103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45720" rIns="0" bIns="0" rtlCol="0" anchor="t">
            <a:normAutofit/>
          </a:bodyPr>
          <a:lstStyle/>
          <a:p>
            <a:pPr>
              <a:lnSpc>
                <a:spcPct val="113000"/>
              </a:lnSpc>
            </a:pPr>
            <a:r>
              <a:rPr lang="en-US" sz="1250" noProof="1">
                <a:solidFill>
                  <a:schemeClr val="tx1"/>
                </a:solidFill>
              </a:rPr>
              <a:t>Deploy Agent Skills focusing on API development standards, enabling immediate developer productivity gains and reducing manual instruction copying.</a:t>
            </a:r>
          </a:p>
        </p:txBody>
      </p:sp>
      <p:sp>
        <p:nvSpPr>
          <p:cNvPr id="6" name="Oval 5">
            <a:extLst>
              <a:ext uri="{FF2B5EF4-FFF2-40B4-BE49-F238E27FC236}">
                <a16:creationId xmlns:a16="http://schemas.microsoft.com/office/drawing/2014/main" id="{27593D7C-0479-BE0E-7078-3A4E95A1D5C8}"/>
              </a:ext>
            </a:extLst>
          </p:cNvPr>
          <p:cNvSpPr/>
          <p:nvPr/>
        </p:nvSpPr>
        <p:spPr>
          <a:xfrm>
            <a:off x="570154" y="2168809"/>
            <a:ext cx="302346" cy="302346"/>
          </a:xfrm>
          <a:prstGeom prst="ellipse">
            <a:avLst/>
          </a:prstGeom>
          <a:solidFill>
            <a:schemeClr val="bg1"/>
          </a:solidFill>
          <a:ln w="1016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7" name="Oval 6">
            <a:extLst>
              <a:ext uri="{FF2B5EF4-FFF2-40B4-BE49-F238E27FC236}">
                <a16:creationId xmlns:a16="http://schemas.microsoft.com/office/drawing/2014/main" id="{F558E47B-AC1A-C450-569B-22EE19FE4D99}"/>
              </a:ext>
            </a:extLst>
          </p:cNvPr>
          <p:cNvSpPr/>
          <p:nvPr/>
        </p:nvSpPr>
        <p:spPr>
          <a:xfrm>
            <a:off x="2844559" y="2168809"/>
            <a:ext cx="302346" cy="302346"/>
          </a:xfrm>
          <a:prstGeom prst="ellipse">
            <a:avLst/>
          </a:prstGeom>
          <a:solidFill>
            <a:schemeClr val="bg1"/>
          </a:solidFill>
          <a:ln w="1016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8" name="Oval 7">
            <a:extLst>
              <a:ext uri="{FF2B5EF4-FFF2-40B4-BE49-F238E27FC236}">
                <a16:creationId xmlns:a16="http://schemas.microsoft.com/office/drawing/2014/main" id="{BE57FD73-65A1-7FDE-F74B-ADF79D826295}"/>
              </a:ext>
            </a:extLst>
          </p:cNvPr>
          <p:cNvSpPr/>
          <p:nvPr/>
        </p:nvSpPr>
        <p:spPr>
          <a:xfrm>
            <a:off x="5118964" y="2168809"/>
            <a:ext cx="302346" cy="302346"/>
          </a:xfrm>
          <a:prstGeom prst="ellipse">
            <a:avLst/>
          </a:prstGeom>
          <a:solidFill>
            <a:schemeClr val="bg1"/>
          </a:solidFill>
          <a:ln w="1016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4" name="Oval 13">
            <a:extLst>
              <a:ext uri="{FF2B5EF4-FFF2-40B4-BE49-F238E27FC236}">
                <a16:creationId xmlns:a16="http://schemas.microsoft.com/office/drawing/2014/main" id="{66021E8D-E751-EEA3-A682-A5465BE9C3B1}"/>
              </a:ext>
            </a:extLst>
          </p:cNvPr>
          <p:cNvSpPr/>
          <p:nvPr/>
        </p:nvSpPr>
        <p:spPr>
          <a:xfrm>
            <a:off x="7393369" y="2168809"/>
            <a:ext cx="302346" cy="302346"/>
          </a:xfrm>
          <a:prstGeom prst="ellipse">
            <a:avLst/>
          </a:prstGeom>
          <a:solidFill>
            <a:schemeClr val="bg1"/>
          </a:solidFill>
          <a:ln w="1016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5" name="Oval 24">
            <a:extLst>
              <a:ext uri="{FF2B5EF4-FFF2-40B4-BE49-F238E27FC236}">
                <a16:creationId xmlns:a16="http://schemas.microsoft.com/office/drawing/2014/main" id="{467AC5CD-8CE8-1BEA-F247-0DE5B1E11192}"/>
              </a:ext>
            </a:extLst>
          </p:cNvPr>
          <p:cNvSpPr/>
          <p:nvPr/>
        </p:nvSpPr>
        <p:spPr>
          <a:xfrm>
            <a:off x="9667775" y="2168809"/>
            <a:ext cx="302346" cy="302346"/>
          </a:xfrm>
          <a:prstGeom prst="ellipse">
            <a:avLst/>
          </a:prstGeom>
          <a:solidFill>
            <a:schemeClr val="bg1"/>
          </a:solidFill>
          <a:ln w="1016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26" name="Google Shape;849;p118">
            <a:extLst>
              <a:ext uri="{FF2B5EF4-FFF2-40B4-BE49-F238E27FC236}">
                <a16:creationId xmlns:a16="http://schemas.microsoft.com/office/drawing/2014/main" id="{CABEDA55-EA08-870B-B7A2-1F7ED7422759}"/>
              </a:ext>
            </a:extLst>
          </p:cNvPr>
          <p:cNvSpPr txBox="1"/>
          <p:nvPr>
            <p:custDataLst>
              <p:tags r:id="rId14"/>
            </p:custDataLst>
          </p:nvPr>
        </p:nvSpPr>
        <p:spPr>
          <a:xfrm>
            <a:off x="7393369" y="3108959"/>
            <a:ext cx="2050591" cy="322729"/>
          </a:xfrm>
          <a:prstGeom prst="rect">
            <a:avLst/>
          </a:prstGeom>
          <a:noFill/>
          <a:ln>
            <a:noFill/>
          </a:ln>
        </p:spPr>
        <p:txBody>
          <a:bodyPr spcFirstLastPara="1" wrap="square" lIns="0" tIns="0" rIns="0" bIns="0" anchor="ctr" anchorCtr="0">
            <a:normAutofit/>
          </a:bodyPr>
          <a:lstStyle/>
          <a:p>
            <a:pPr>
              <a:buClr>
                <a:srgbClr val="000000"/>
              </a:buClr>
              <a:buSzPts val="1100"/>
            </a:pPr>
            <a:r>
              <a:rPr lang="en-US" sz="1250" b="1" noProof="1">
                <a:solidFill>
                  <a:schemeClr val="accent1"/>
                </a:solidFill>
                <a:latin typeface="+mj-lt"/>
              </a:rPr>
              <a:t>Q4 2025</a:t>
            </a:r>
          </a:p>
        </p:txBody>
      </p:sp>
      <p:sp>
        <p:nvSpPr>
          <p:cNvPr id="27" name="Google Shape;849;p118">
            <a:extLst>
              <a:ext uri="{FF2B5EF4-FFF2-40B4-BE49-F238E27FC236}">
                <a16:creationId xmlns:a16="http://schemas.microsoft.com/office/drawing/2014/main" id="{10DA0DCC-9C43-FA3C-1FA3-3A9934A6B325}"/>
              </a:ext>
            </a:extLst>
          </p:cNvPr>
          <p:cNvSpPr txBox="1"/>
          <p:nvPr>
            <p:custDataLst>
              <p:tags r:id="rId15"/>
            </p:custDataLst>
          </p:nvPr>
        </p:nvSpPr>
        <p:spPr>
          <a:xfrm>
            <a:off x="9667775" y="3108959"/>
            <a:ext cx="2050591" cy="322729"/>
          </a:xfrm>
          <a:prstGeom prst="rect">
            <a:avLst/>
          </a:prstGeom>
          <a:noFill/>
          <a:ln>
            <a:noFill/>
          </a:ln>
        </p:spPr>
        <p:txBody>
          <a:bodyPr spcFirstLastPara="1" wrap="square" lIns="0" tIns="0" rIns="0" bIns="0" anchor="ctr" anchorCtr="0">
            <a:normAutofit/>
          </a:bodyPr>
          <a:lstStyle>
            <a:defPPr>
              <a:defRPr lang="en-US"/>
            </a:defPPr>
            <a:lvl1pPr>
              <a:buClr>
                <a:srgbClr val="000000"/>
              </a:buClr>
              <a:buSzPts val="1100"/>
              <a:defRPr sz="1200" b="1">
                <a:solidFill>
                  <a:schemeClr val="accent3"/>
                </a:solidFill>
              </a:defRPr>
            </a:lvl1pPr>
          </a:lstStyle>
          <a:p>
            <a:pPr>
              <a:buClr>
                <a:srgbClr val="000000"/>
              </a:buClr>
              <a:buSzPts val="1100"/>
            </a:pPr>
            <a:r>
              <a:rPr lang="en-US" sz="1250" noProof="1">
                <a:solidFill>
                  <a:schemeClr val="accent1"/>
                </a:solidFill>
                <a:latin typeface="+mj-lt"/>
              </a:rPr>
              <a:t>Q2 2026</a:t>
            </a:r>
          </a:p>
        </p:txBody>
      </p:sp>
      <p:sp>
        <p:nvSpPr>
          <p:cNvPr id="29" name="Google Shape;849;p118">
            <a:extLst>
              <a:ext uri="{FF2B5EF4-FFF2-40B4-BE49-F238E27FC236}">
                <a16:creationId xmlns:a16="http://schemas.microsoft.com/office/drawing/2014/main" id="{0A94A72D-A094-3E3F-CA5E-C4476C97DCD8}"/>
              </a:ext>
            </a:extLst>
          </p:cNvPr>
          <p:cNvSpPr txBox="1"/>
          <p:nvPr>
            <p:custDataLst>
              <p:tags r:id="rId16"/>
            </p:custDataLst>
          </p:nvPr>
        </p:nvSpPr>
        <p:spPr>
          <a:xfrm>
            <a:off x="2844559" y="3108959"/>
            <a:ext cx="2050591" cy="322729"/>
          </a:xfrm>
          <a:prstGeom prst="rect">
            <a:avLst/>
          </a:prstGeom>
          <a:noFill/>
          <a:ln>
            <a:noFill/>
          </a:ln>
        </p:spPr>
        <p:txBody>
          <a:bodyPr spcFirstLastPara="1" wrap="square" lIns="0" tIns="0" rIns="0" bIns="0" anchor="ctr" anchorCtr="0">
            <a:normAutofit/>
          </a:bodyPr>
          <a:lstStyle/>
          <a:p>
            <a:pPr>
              <a:buClr>
                <a:srgbClr val="000000"/>
              </a:buClr>
              <a:buSzPts val="1100"/>
            </a:pPr>
            <a:r>
              <a:rPr lang="en-US" sz="1250" b="1" noProof="1">
                <a:solidFill>
                  <a:schemeClr val="accent1"/>
                </a:solidFill>
                <a:latin typeface="+mj-lt"/>
              </a:rPr>
              <a:t>Q3 2024</a:t>
            </a:r>
          </a:p>
        </p:txBody>
      </p:sp>
      <p:sp>
        <p:nvSpPr>
          <p:cNvPr id="30" name="Google Shape;849;p118">
            <a:extLst>
              <a:ext uri="{FF2B5EF4-FFF2-40B4-BE49-F238E27FC236}">
                <a16:creationId xmlns:a16="http://schemas.microsoft.com/office/drawing/2014/main" id="{83671264-290D-6304-D7AE-D442FFA06F18}"/>
              </a:ext>
            </a:extLst>
          </p:cNvPr>
          <p:cNvSpPr txBox="1"/>
          <p:nvPr>
            <p:custDataLst>
              <p:tags r:id="rId17"/>
            </p:custDataLst>
          </p:nvPr>
        </p:nvSpPr>
        <p:spPr>
          <a:xfrm>
            <a:off x="5118964" y="3108959"/>
            <a:ext cx="2050591" cy="322729"/>
          </a:xfrm>
          <a:prstGeom prst="rect">
            <a:avLst/>
          </a:prstGeom>
          <a:noFill/>
          <a:ln>
            <a:noFill/>
          </a:ln>
        </p:spPr>
        <p:txBody>
          <a:bodyPr spcFirstLastPara="1" wrap="square" lIns="0" tIns="0" rIns="0" bIns="0" anchor="ctr" anchorCtr="0">
            <a:normAutofit/>
          </a:bodyPr>
          <a:lstStyle/>
          <a:p>
            <a:pPr>
              <a:buClr>
                <a:srgbClr val="000000"/>
              </a:buClr>
              <a:buSzPts val="1100"/>
            </a:pPr>
            <a:r>
              <a:rPr lang="en-US" sz="1250" b="1" noProof="1">
                <a:solidFill>
                  <a:schemeClr val="accent1"/>
                </a:solidFill>
                <a:latin typeface="+mj-lt"/>
              </a:rPr>
              <a:t>Q1 2025</a:t>
            </a:r>
          </a:p>
        </p:txBody>
      </p:sp>
      <p:sp>
        <p:nvSpPr>
          <p:cNvPr id="31" name="Google Shape;849;p118">
            <a:extLst>
              <a:ext uri="{FF2B5EF4-FFF2-40B4-BE49-F238E27FC236}">
                <a16:creationId xmlns:a16="http://schemas.microsoft.com/office/drawing/2014/main" id="{AD20E955-D3F7-C58A-6989-B9826684D1B8}"/>
              </a:ext>
            </a:extLst>
          </p:cNvPr>
          <p:cNvSpPr txBox="1"/>
          <p:nvPr>
            <p:custDataLst>
              <p:tags r:id="rId18"/>
            </p:custDataLst>
          </p:nvPr>
        </p:nvSpPr>
        <p:spPr>
          <a:xfrm>
            <a:off x="570154" y="3108959"/>
            <a:ext cx="2050591" cy="322729"/>
          </a:xfrm>
          <a:prstGeom prst="rect">
            <a:avLst/>
          </a:prstGeom>
          <a:noFill/>
          <a:ln>
            <a:noFill/>
          </a:ln>
        </p:spPr>
        <p:txBody>
          <a:bodyPr spcFirstLastPara="1" wrap="square" lIns="0" tIns="0" rIns="0" bIns="0" anchor="ctr" anchorCtr="0">
            <a:normAutofit/>
          </a:bodyPr>
          <a:lstStyle/>
          <a:p>
            <a:pPr>
              <a:buClr>
                <a:srgbClr val="000000"/>
              </a:buClr>
              <a:buSzPts val="1100"/>
            </a:pPr>
            <a:r>
              <a:rPr lang="en-US" sz="1250" b="1" noProof="1">
                <a:solidFill>
                  <a:schemeClr val="accent1"/>
                </a:solidFill>
                <a:latin typeface="+mj-lt"/>
              </a:rPr>
              <a:t>Q1 2024</a:t>
            </a:r>
          </a:p>
        </p:txBody>
      </p:sp>
      <p:sp>
        <p:nvSpPr>
          <p:cNvPr id="4" name="Text Placeholder 4">
            <a:extLst>
              <a:ext uri="{FF2B5EF4-FFF2-40B4-BE49-F238E27FC236}">
                <a16:creationId xmlns:a16="http://schemas.microsoft.com/office/drawing/2014/main" id="{4335A8D4-016B-1014-6889-7FF33BC8B332}"/>
              </a:ext>
            </a:extLst>
          </p:cNvPr>
          <p:cNvSpPr txBox="1">
            <a:spLocks/>
          </p:cNvSpPr>
          <p:nvPr>
            <p:custDataLst>
              <p:tags r:id="rId19"/>
            </p:custDataLst>
          </p:nvPr>
        </p:nvSpPr>
        <p:spPr>
          <a:xfrm>
            <a:off x="457201" y="1042988"/>
            <a:ext cx="11274425" cy="622300"/>
          </a:xfrm>
          <a:prstGeom prst="rect">
            <a:avLst/>
          </a:prstGeom>
        </p:spPr>
        <p:txBody>
          <a:bodyPr vert="horz" lIns="0" tIns="45720" rIns="45720" bIns="45720" rtlCol="0" anchor="ctr">
            <a:normAutofit/>
          </a:bodyPr>
          <a:lstStyle>
            <a:defPPr>
              <a:defRPr lang="en-US"/>
            </a:defPPr>
            <a:lvl1pPr indent="0">
              <a:lnSpc>
                <a:spcPct val="114000"/>
              </a:lnSpc>
              <a:spcBef>
                <a:spcPts val="1000"/>
              </a:spcBef>
              <a:buFont typeface="Arial" panose="020B0604020202020204" pitchFamily="34" charset="0"/>
              <a:buNone/>
              <a:defRPr sz="1200">
                <a:solidFill>
                  <a:schemeClr val="tx2"/>
                </a:solidFill>
                <a:cs typeface="Arial" panose="020B0604020202020204" pitchFamily="34" charset="0"/>
              </a:defRPr>
            </a:lvl1pPr>
            <a:lvl2pPr marL="685800" indent="-228600">
              <a:lnSpc>
                <a:spcPct val="90000"/>
              </a:lnSpc>
              <a:spcBef>
                <a:spcPts val="500"/>
              </a:spcBef>
              <a:buFont typeface="Arial" panose="020B0604020202020204" pitchFamily="34" charset="0"/>
              <a:buChar char="•"/>
              <a:defRPr sz="1200">
                <a:cs typeface="Arial" panose="020B0604020202020204" pitchFamily="34" charset="0"/>
              </a:defRPr>
            </a:lvl2pPr>
            <a:lvl3pPr marL="1143000" indent="-228600">
              <a:lnSpc>
                <a:spcPct val="90000"/>
              </a:lnSpc>
              <a:spcBef>
                <a:spcPts val="500"/>
              </a:spcBef>
              <a:buFont typeface="Arial" panose="020B0604020202020204" pitchFamily="34" charset="0"/>
              <a:buChar char="•"/>
              <a:defRPr sz="1200">
                <a:cs typeface="Arial" panose="020B0604020202020204" pitchFamily="34" charset="0"/>
              </a:defRPr>
            </a:lvl3pPr>
            <a:lvl4pPr marL="1600200" indent="-228600">
              <a:lnSpc>
                <a:spcPct val="90000"/>
              </a:lnSpc>
              <a:spcBef>
                <a:spcPts val="500"/>
              </a:spcBef>
              <a:buFont typeface="Arial" panose="020B0604020202020204" pitchFamily="34" charset="0"/>
              <a:buChar char="•"/>
              <a:defRPr sz="1200">
                <a:cs typeface="Arial" panose="020B0604020202020204" pitchFamily="34" charset="0"/>
              </a:defRPr>
            </a:lvl4pPr>
            <a:lvl5pPr marL="2057400" indent="-228600">
              <a:lnSpc>
                <a:spcPct val="90000"/>
              </a:lnSpc>
              <a:spcBef>
                <a:spcPts val="500"/>
              </a:spcBef>
              <a:buFont typeface="Arial" panose="020B0604020202020204" pitchFamily="34" charset="0"/>
              <a:buChar char="•"/>
              <a:defRPr sz="1200">
                <a:cs typeface="Arial" panose="020B06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r>
              <a:rPr lang="en-US" noProof="1"/>
              <a:t>ARIA's development progresses through clear phases, starting with modular Agent Skills and evolving into a fully integrated custom AI agent within the C&amp;IB Digital environment, enabling scalable, consistent, and efficient developer support.</a:t>
            </a:r>
          </a:p>
        </p:txBody>
      </p:sp>
      <p:sp>
        <p:nvSpPr>
          <p:cNvPr id="21" name="Text Placeholder 3">
            <a:extLst>
              <a:ext uri="{FF2B5EF4-FFF2-40B4-BE49-F238E27FC236}">
                <a16:creationId xmlns:a16="http://schemas.microsoft.com/office/drawing/2014/main" id="{F6A3A439-59AF-8814-0AAA-6CD2A098DE94}"/>
              </a:ext>
            </a:extLst>
          </p:cNvPr>
          <p:cNvSpPr txBox="1">
            <a:spLocks/>
          </p:cNvSpPr>
          <p:nvPr>
            <p:custDataLst>
              <p:tags r:id="rId20"/>
            </p:custDataLst>
          </p:nvPr>
        </p:nvSpPr>
        <p:spPr>
          <a:xfrm>
            <a:off x="457199" y="342900"/>
            <a:ext cx="11274552" cy="182880"/>
          </a:xfrm>
          <a:prstGeom prst="rect">
            <a:avLst/>
          </a:prstGeom>
        </p:spPr>
        <p:txBody>
          <a:bodyPr vert="horz" lIns="0" tIns="0" rIns="0" bIns="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cap="all" noProof="1">
                <a:solidFill>
                  <a:schemeClr val="accent1"/>
                </a:solidFill>
              </a:rPr>
              <a:t>Roadmap</a:t>
            </a:r>
          </a:p>
        </p:txBody>
      </p:sp>
      <p:sp>
        <p:nvSpPr>
          <p:cNvPr id="22" name="Slide Number Placeholder 21">
            <a:extLst>
              <a:ext uri="{FF2B5EF4-FFF2-40B4-BE49-F238E27FC236}">
                <a16:creationId xmlns:a16="http://schemas.microsoft.com/office/drawing/2014/main" id="{2F11B704-BD39-F5D0-F142-9131A98450BE}"/>
              </a:ext>
            </a:extLst>
          </p:cNvPr>
          <p:cNvSpPr>
            <a:spLocks noGrp="1"/>
          </p:cNvSpPr>
          <p:nvPr>
            <p:ph type="sldNum" sz="quarter" idx="10"/>
          </p:nvPr>
        </p:nvSpPr>
        <p:spPr/>
        <p:txBody>
          <a:bodyPr/>
          <a:lstStyle/>
          <a:p>
            <a:fld id="{0122C274-3D99-4A24-ADE9-DD3F36DBA14D}" type="slidenum">
              <a:rPr lang="en-US" smtClean="0"/>
              <a:pPr/>
              <a:t>153</a:t>
            </a:fld>
            <a:endParaRPr lang="en-US"/>
          </a:p>
        </p:txBody>
      </p:sp>
      <p:sp>
        <p:nvSpPr>
          <p:cNvPr id="23" name="Rectangle 22">
            <a:extLst>
              <a:ext uri="{FF2B5EF4-FFF2-40B4-BE49-F238E27FC236}">
                <a16:creationId xmlns:a16="http://schemas.microsoft.com/office/drawing/2014/main" id="{7C22356C-C3CD-BACE-F8BB-556508FC1BE7}"/>
              </a:ext>
            </a:extLst>
          </p:cNvPr>
          <p:cNvSpPr>
            <a:spLocks noChangeAspect="1"/>
          </p:cNvSpPr>
          <p:nvPr>
            <p:custDataLst>
              <p:tags r:id="rId21"/>
            </p:custDataLst>
          </p:nvPr>
        </p:nvSpPr>
        <p:spPr>
          <a:xfrm>
            <a:off x="457199" y="6456732"/>
            <a:ext cx="2038965" cy="2194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4207222408"/>
      </p:ext>
    </p:extLst>
  </p:cSld>
  <p:clrMapOvr>
    <a:masterClrMapping/>
  </p:clrMapOvr>
</p:sld>
</file>

<file path=ppt/slides/slide167218.xml><?xml version="1.0" encoding="utf-8"?>
<p:sld xmlns:a16="http://schemas.microsoft.com/office/drawing/2014/main" xmlns:mc="http://schemas.openxmlformats.org/markup-compatibility/2006" xmlns:v="urn:schemas-microsoft-com:vml" xmlns:p14="http://schemas.microsoft.com/office/powerpoint/2010/main"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49811F-AD33-D609-4881-56B2012AEF84}"/>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53214EF-9D0F-1263-36E5-7678DCEEF32A}"/>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 imgW="7772400" imgH="10058400" progId="TCLayout.ActiveDocument.1">
                  <p:embed/>
                </p:oleObj>
              </mc:Choice>
              <mc:Fallback>
                <p:oleObj name="think-cell Slide" r:id="rId9" imgW="7772400" imgH="10058400" progId="TCLayout.ActiveDocument.1">
                  <p:embed/>
                  <p:pic>
                    <p:nvPicPr>
                      <p:cNvPr id="9" name="think-cell data - do not delete" hidden="1">
                        <a:extLst>
                          <a:ext uri="{FF2B5EF4-FFF2-40B4-BE49-F238E27FC236}">
                            <a16:creationId xmlns:a16="http://schemas.microsoft.com/office/drawing/2014/main" id="{053214EF-9D0F-1263-36E5-7678DCEEF32A}"/>
                          </a:ext>
                        </a:extLst>
                      </p:cNvPr>
                      <p:cNvPicPr/>
                      <p:nvPr/>
                    </p:nvPicPr>
                    <p:blipFill>
                      <a:blip r:embed="R067b92414ae941d3"/>
                      <a:stretch>
                        <a:fillRect/>
                      </a:stretch>
                    </p:blipFill>
                    <p:spPr>
                      <a:xfrm>
                        <a:off x="1588" y="1588"/>
                        <a:ext cx="1227"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0DFE4347-972B-A68A-4A6C-96A44A81229D}"/>
              </a:ext>
            </a:extLst>
          </p:cNvPr>
          <p:cNvSpPr>
            <a:spLocks noGrp="1"/>
          </p:cNvSpPr>
          <p:nvPr>
            <p:ph type="ctrTitle" idx="4294967295"/>
            <p:custDataLst>
              <p:tags r:id="rId3"/>
            </p:custDataLst>
          </p:nvPr>
        </p:nvSpPr>
        <p:spPr>
          <a:xfrm>
            <a:off x="2324100" y="1558925"/>
            <a:ext cx="7543800" cy="3740150"/>
          </a:xfrm>
        </p:spPr>
        <p:txBody>
          <a:bodyPr lIns="91440" rIns="91440" bIns="45720" anchor="ctr">
            <a:normAutofit/>
          </a:bodyPr>
          <a:lstStyle/>
          <a:p>
            <a:pPr algn="ctr"/>
            <a:r>
              <a:rPr lang="en-US" sz="2600" b="1" noProof="1">
                <a:solidFill>
                  <a:schemeClr val="tx2"/>
                </a:solidFill>
                <a:latin typeface="+mn-lt"/>
              </a:rPr>
              <a:t>Thank you</a:t>
            </a:r>
          </a:p>
        </p:txBody>
      </p:sp>
      <p:sp>
        <p:nvSpPr>
          <p:cNvPr id="4" name="Rectangle 3">
            <a:extLst>
              <a:ext uri="{FF2B5EF4-FFF2-40B4-BE49-F238E27FC236}">
                <a16:creationId xmlns:a16="http://schemas.microsoft.com/office/drawing/2014/main" id="{41CA06AB-7E79-AE3A-9ADC-00F077DF5727}"/>
              </a:ext>
            </a:extLst>
          </p:cNvPr>
          <p:cNvSpPr>
            <a:spLocks noChangeAspect="1"/>
          </p:cNvSpPr>
          <p:nvPr>
            <p:custDataLst>
              <p:tags r:id="rId4"/>
            </p:custDataLst>
          </p:nvPr>
        </p:nvSpPr>
        <p:spPr>
          <a:xfrm>
            <a:off x="457200" y="461818"/>
            <a:ext cx="3771899" cy="4059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
        <p:nvSpPr>
          <p:cNvPr id="6" name="Slide Number Placeholder 5">
            <a:extLst>
              <a:ext uri="{FF2B5EF4-FFF2-40B4-BE49-F238E27FC236}">
                <a16:creationId xmlns:a16="http://schemas.microsoft.com/office/drawing/2014/main" id="{0A4117DB-78F5-1465-5D31-A761A3BA94EB}"/>
              </a:ext>
            </a:extLst>
          </p:cNvPr>
          <p:cNvSpPr>
            <a:spLocks noGrp="1"/>
          </p:cNvSpPr>
          <p:nvPr>
            <p:ph type="sldNum" sz="quarter" idx="10"/>
          </p:nvPr>
        </p:nvSpPr>
        <p:spPr/>
        <p:txBody>
          <a:bodyPr/>
          <a:lstStyle/>
          <a:p>
            <a:fld id="{0122C274-3D99-4A24-ADE9-DD3F36DBA14D}" type="slidenum">
              <a:rPr lang="en-US" smtClean="0"/>
              <a:pPr/>
              <a:t>167</a:t>
            </a:fld>
            <a:endParaRPr lang="en-US"/>
          </a:p>
        </p:txBody>
      </p:sp>
      <p:sp>
        <p:nvSpPr>
          <p:cNvPr id="5" name="Rectangle 4">
            <a:extLst>
              <a:ext uri="{FF2B5EF4-FFF2-40B4-BE49-F238E27FC236}">
                <a16:creationId xmlns:a16="http://schemas.microsoft.com/office/drawing/2014/main" id="{54613C5A-06AD-E6AF-DCC4-AD6AF055584D}"/>
              </a:ext>
            </a:extLst>
          </p:cNvPr>
          <p:cNvSpPr>
            <a:spLocks noChangeAspect="1"/>
          </p:cNvSpPr>
          <p:nvPr>
            <p:custDataLst>
              <p:tags r:id="rId5"/>
            </p:custDataLst>
          </p:nvPr>
        </p:nvSpPr>
        <p:spPr>
          <a:xfrm>
            <a:off x="609600" y="614218"/>
            <a:ext cx="3771899" cy="4059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custDataLst>
      <p:tags r:id="rId1"/>
    </p:custDataLst>
    <p:extLst>
      <p:ext uri="{BB962C8B-B14F-4D97-AF65-F5344CB8AC3E}">
        <p14:creationId xmlns:p14="http://schemas.microsoft.com/office/powerpoint/2010/main" val="4247791198"/>
      </p:ext>
    </p:extLst>
  </p:cSld>
  <p:clrMapOvr>
    <a:masterClrMapping/>
  </p:clrMapOvr>
</p:sld>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6.xml><?xml version="1.0" encoding="utf-8"?>
<p:tagLst xmlns:a="http://schemas.openxmlformats.org/drawingml/2006/main" xmlns:r="http://schemas.openxmlformats.org/officeDocument/2006/relationships" xmlns:p="http://schemas.openxmlformats.org/presentationml/2006/main">
  <p:tag name="PLUS_SLIDE_ID" val="STtV0kmFg4UHqXNmdHMJmr"/>
  <p:tag name="PLUS_SLIDE_PPT_ID" val="647#1115805900"/>
</p:tagLst>
</file>

<file path=ppt/tags/tag16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3.xml><?xml version="1.0" encoding="utf-8"?>
<p:tagLst xmlns:a="http://schemas.openxmlformats.org/drawingml/2006/main" xmlns:r="http://schemas.openxmlformats.org/officeDocument/2006/relationships" xmlns:p="http://schemas.openxmlformats.org/presentationml/2006/main">
  <p:tag name="PLUS_ID" val="date"/>
</p:tagLst>
</file>

<file path=ppt/tags/tag1899.xml><?xml version="1.0" encoding="utf-8"?>
<p:tagLst xmlns:a="http://schemas.openxmlformats.org/drawingml/2006/main" xmlns:r="http://schemas.openxmlformats.org/officeDocument/2006/relationships" xmlns:p="http://schemas.openxmlformats.org/presentationml/2006/main">
  <p:tag name="PLUS_ID" val="presentation_title"/>
</p:tagLst>
</file>

<file path=ppt/tags/tag1988.xml><?xml version="1.0" encoding="utf-8"?>
<p:tagLst xmlns:a="http://schemas.openxmlformats.org/drawingml/2006/main" xmlns:r="http://schemas.openxmlformats.org/officeDocument/2006/relationships" xmlns:p="http://schemas.openxmlformats.org/presentationml/2006/main">
  <p:tag name="PLUS_ID" val="image"/>
</p:tagLst>
</file>

<file path=ppt/tags/tag2077.xml><?xml version="1.0" encoding="utf-8"?>
<p:tagLst xmlns:a="http://schemas.openxmlformats.org/drawingml/2006/main" xmlns:r="http://schemas.openxmlformats.org/officeDocument/2006/relationships" xmlns:p="http://schemas.openxmlformats.org/presentationml/2006/main">
  <p:tag name="PLUS_ID" val="logo"/>
</p:tagLst>
</file>

<file path=ppt/tags/tag2144.xml><?xml version="1.0" encoding="utf-8"?>
<p:tagLst xmlns:a="http://schemas.openxmlformats.org/drawingml/2006/main" xmlns:r="http://schemas.openxmlformats.org/officeDocument/2006/relationships" xmlns:p="http://schemas.openxmlformats.org/presentationml/2006/main">
  <p:tag name="PLUS_ID" val="presentation_subtitle"/>
</p:tagLst>
</file>

<file path=ppt/tags/tag23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2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312.xml><?xml version="1.0" encoding="utf-8"?>
<p:tagLst xmlns:a="http://schemas.openxmlformats.org/drawingml/2006/main" xmlns:r="http://schemas.openxmlformats.org/officeDocument/2006/relationships" xmlns:p="http://schemas.openxmlformats.org/presentationml/2006/main">
  <p:tag name="PLUS_SLIDE_ID" val="g4k0hLEzmCv95Gt3d5u5Mu"/>
  <p:tag name="PLUS_SLIDE_PPT_ID" val="648#3861010985"/>
</p:tagLst>
</file>

<file path=ppt/tags/tag28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110.xml><?xml version="1.0" encoding="utf-8"?>
<p:tagLst xmlns:a="http://schemas.openxmlformats.org/drawingml/2006/main" xmlns:r="http://schemas.openxmlformats.org/officeDocument/2006/relationships" xmlns:p="http://schemas.openxmlformats.org/presentationml/2006/main">
  <p:tag name="PLUS_ID" val="title"/>
</p:tagLst>
</file>

<file path=ppt/tags/tag30615.xml><?xml version="1.0" encoding="utf-8"?>
<p:tagLst xmlns:a="http://schemas.openxmlformats.org/drawingml/2006/main" xmlns:r="http://schemas.openxmlformats.org/officeDocument/2006/relationships" xmlns:p="http://schemas.openxmlformats.org/presentationml/2006/main">
  <p:tag name="PLUS_ID" val="agenda"/>
</p:tagLst>
</file>

<file path=ppt/tags/tag31514.xml><?xml version="1.0" encoding="utf-8"?>
<p:tagLst xmlns:a="http://schemas.openxmlformats.org/drawingml/2006/main" xmlns:r="http://schemas.openxmlformats.org/officeDocument/2006/relationships" xmlns:p="http://schemas.openxmlformats.org/presentationml/2006/main">
  <p:tag name="PLUS_ID" val="logo"/>
</p:tagLst>
</file>

<file path=ppt/tags/tag41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2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823.xml><?xml version="1.0" encoding="utf-8"?>
<p:tagLst xmlns:a="http://schemas.openxmlformats.org/drawingml/2006/main" xmlns:r="http://schemas.openxmlformats.org/officeDocument/2006/relationships" xmlns:p="http://schemas.openxmlformats.org/presentationml/2006/main">
  <p:tag name="PLUS_SLIDE_ID" val="b2vCFSa9Jys7tEU26S6pnC"/>
  <p:tag name="PLUS_SLIDE_PPT_ID" val="650#3094596450"/>
</p:tagLst>
</file>

<file path=ppt/tags/tag746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318.xml><?xml version="1.0" encoding="utf-8"?>
<p:tagLst xmlns:a="http://schemas.openxmlformats.org/drawingml/2006/main" xmlns:r="http://schemas.openxmlformats.org/officeDocument/2006/relationships" xmlns:p="http://schemas.openxmlformats.org/presentationml/2006/main">
  <p:tag name="PLUS_ID" val="title"/>
</p:tagLst>
</file>

<file path=ppt/tags/tag78924.xml><?xml version="1.0" encoding="utf-8"?>
<p:tagLst xmlns:a="http://schemas.openxmlformats.org/drawingml/2006/main" xmlns:r="http://schemas.openxmlformats.org/officeDocument/2006/relationships" xmlns:p="http://schemas.openxmlformats.org/presentationml/2006/main">
  <p:tag name="PLUS_ID" val="header_0"/>
</p:tagLst>
</file>

<file path=ppt/tags/tag79419.xml><?xml version="1.0" encoding="utf-8"?>
<p:tagLst xmlns:a="http://schemas.openxmlformats.org/drawingml/2006/main" xmlns:r="http://schemas.openxmlformats.org/officeDocument/2006/relationships" xmlns:p="http://schemas.openxmlformats.org/presentationml/2006/main">
  <p:tag name="PLUS_ID" val="detail_1"/>
</p:tagLst>
</file>

<file path=ppt/tags/tag80116.xml><?xml version="1.0" encoding="utf-8"?>
<p:tagLst xmlns:a="http://schemas.openxmlformats.org/drawingml/2006/main" xmlns:r="http://schemas.openxmlformats.org/officeDocument/2006/relationships" xmlns:p="http://schemas.openxmlformats.org/presentationml/2006/main">
  <p:tag name="PLUS_ID" val="header_1"/>
</p:tagLst>
</file>

<file path=ppt/tags/tag84520.xml><?xml version="1.0" encoding="utf-8"?>
<p:tagLst xmlns:a="http://schemas.openxmlformats.org/drawingml/2006/main" xmlns:r="http://schemas.openxmlformats.org/officeDocument/2006/relationships" xmlns:p="http://schemas.openxmlformats.org/presentationml/2006/main">
  <p:tag name="PLUS_ID" val="chapter"/>
</p:tagLst>
</file>

<file path=ppt/tags/tag85217.xml><?xml version="1.0" encoding="utf-8"?>
<p:tagLst xmlns:a="http://schemas.openxmlformats.org/drawingml/2006/main" xmlns:r="http://schemas.openxmlformats.org/officeDocument/2006/relationships" xmlns:p="http://schemas.openxmlformats.org/presentationml/2006/main">
  <p:tag name="PLUS_ID" val="logo"/>
</p:tagLst>
</file>

<file path=ppt/tags/tag211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2738.xml><?xml version="1.0" encoding="utf-8"?>
<p:tagLst xmlns:a="http://schemas.openxmlformats.org/drawingml/2006/main" xmlns:r="http://schemas.openxmlformats.org/officeDocument/2006/relationships" xmlns:p="http://schemas.openxmlformats.org/presentationml/2006/main">
  <p:tag name="PLUS_SLIDE_ID" val="STtV0kmFg4UHqXNmdHQVLo"/>
  <p:tag name="PLUS_SLIDE_PPT_ID" val="670#4141841970"/>
</p:tagLst>
</file>

<file path=ppt/tags/tag4036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4334.xml><?xml version="1.0" encoding="utf-8"?>
<p:tagLst xmlns:a="http://schemas.openxmlformats.org/drawingml/2006/main" xmlns:r="http://schemas.openxmlformats.org/officeDocument/2006/relationships" xmlns:p="http://schemas.openxmlformats.org/presentationml/2006/main">
  <p:tag name="PLUS_ID" val="title"/>
</p:tagLst>
</file>

<file path=ppt/tags/tag407839.xml><?xml version="1.0" encoding="utf-8"?>
<p:tagLst xmlns:a="http://schemas.openxmlformats.org/drawingml/2006/main" xmlns:r="http://schemas.openxmlformats.org/officeDocument/2006/relationships" xmlns:p="http://schemas.openxmlformats.org/presentationml/2006/main">
  <p:tag name="PLUS_ID" val="detail_1"/>
</p:tagLst>
</file>

<file path=ppt/tags/tag408435.xml><?xml version="1.0" encoding="utf-8"?>
<p:tagLst xmlns:a="http://schemas.openxmlformats.org/drawingml/2006/main" xmlns:r="http://schemas.openxmlformats.org/officeDocument/2006/relationships" xmlns:p="http://schemas.openxmlformats.org/presentationml/2006/main">
  <p:tag name="PLUS_ID" val="header_1"/>
</p:tagLst>
</file>

<file path=ppt/tags/tag409132.xml><?xml version="1.0" encoding="utf-8"?>
<p:tagLst xmlns:a="http://schemas.openxmlformats.org/drawingml/2006/main" xmlns:r="http://schemas.openxmlformats.org/officeDocument/2006/relationships" xmlns:p="http://schemas.openxmlformats.org/presentationml/2006/main">
  <p:tag name="PLUS_ID" val="detail_2"/>
</p:tagLst>
</file>

<file path=ppt/tags/tag412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2940.xml><?xml version="1.0" encoding="utf-8"?>
<p:tagLst xmlns:a="http://schemas.openxmlformats.org/drawingml/2006/main" xmlns:r="http://schemas.openxmlformats.org/officeDocument/2006/relationships" xmlns:p="http://schemas.openxmlformats.org/presentationml/2006/main">
  <p:tag name="PLUS_ID" val="takeaway"/>
</p:tagLst>
</file>

<file path=ppt/tags/tag413536.xml><?xml version="1.0" encoding="utf-8"?>
<p:tagLst xmlns:a="http://schemas.openxmlformats.org/drawingml/2006/main" xmlns:r="http://schemas.openxmlformats.org/officeDocument/2006/relationships" xmlns:p="http://schemas.openxmlformats.org/presentationml/2006/main">
  <p:tag name="PLUS_ID" val="logo"/>
</p:tagLst>
</file>

<file path=ppt/tags/tag414233.xml><?xml version="1.0" encoding="utf-8"?>
<p:tagLst xmlns:a="http://schemas.openxmlformats.org/drawingml/2006/main" xmlns:r="http://schemas.openxmlformats.org/officeDocument/2006/relationships" xmlns:p="http://schemas.openxmlformats.org/presentationml/2006/main">
  <p:tag name="PLUS_ID" val="tip_wrapper"/>
</p:tagLst>
</file>

<file path=ppt/tags/tag761429.xml><?xml version="1.0" encoding="utf-8"?>
<p:tagLst xmlns:a="http://schemas.openxmlformats.org/drawingml/2006/main" xmlns:r="http://schemas.openxmlformats.org/officeDocument/2006/relationships" xmlns:p="http://schemas.openxmlformats.org/presentationml/2006/main">
  <p:tag name="PLUS_ID" val="introduction"/>
</p:tagLst>
</file>

<file path=ppt/tags/tag771126.xml><?xml version="1.0" encoding="utf-8"?>
<p:tagLst xmlns:a="http://schemas.openxmlformats.org/drawingml/2006/main" xmlns:r="http://schemas.openxmlformats.org/officeDocument/2006/relationships" xmlns:p="http://schemas.openxmlformats.org/presentationml/2006/main">
  <p:tag name="PLUS_ID" val="detail_0"/>
</p:tagLst>
</file>

<file path=ppt/tags/tag811530.xml><?xml version="1.0" encoding="utf-8"?>
<p:tagLst xmlns:a="http://schemas.openxmlformats.org/drawingml/2006/main" xmlns:r="http://schemas.openxmlformats.org/officeDocument/2006/relationships" xmlns:p="http://schemas.openxmlformats.org/presentationml/2006/main">
  <p:tag name="PLUS_ID" val="detail_2"/>
</p:tagLst>
</file>

<file path=ppt/tags/tag821328.xml><?xml version="1.0" encoding="utf-8"?>
<p:tagLst xmlns:a="http://schemas.openxmlformats.org/drawingml/2006/main" xmlns:r="http://schemas.openxmlformats.org/officeDocument/2006/relationships" xmlns:p="http://schemas.openxmlformats.org/presentationml/2006/main">
  <p:tag name="PLUS_ID" val="header_2"/>
</p:tagLst>
</file>

<file path=ppt/tags/tag831025.xml><?xml version="1.0" encoding="utf-8"?>
<p:tagLst xmlns:a="http://schemas.openxmlformats.org/drawingml/2006/main" xmlns:r="http://schemas.openxmlformats.org/officeDocument/2006/relationships" xmlns:p="http://schemas.openxmlformats.org/presentationml/2006/main">
  <p:tag name="PLUS_ID" val="takeaway"/>
</p:tagLst>
</file>

<file path=ppt/tags/tag861631.xml><?xml version="1.0" encoding="utf-8"?>
<p:tagLst xmlns:a="http://schemas.openxmlformats.org/drawingml/2006/main" xmlns:r="http://schemas.openxmlformats.org/officeDocument/2006/relationships" xmlns:p="http://schemas.openxmlformats.org/presentationml/2006/main">
  <p:tag name="PLUS_ID" val="tip_wrapper"/>
</p:tagLst>
</file>

<file path=ppt/tags/tag871227.xml><?xml version="1.0" encoding="utf-8"?>
<p:tagLst xmlns:a="http://schemas.openxmlformats.org/drawingml/2006/main" xmlns:r="http://schemas.openxmlformats.org/officeDocument/2006/relationships" xmlns:p="http://schemas.openxmlformats.org/presentationml/2006/main">
  <p:tag name="PLUS_ID" val="plus_tip"/>
</p:tagLst>
</file>

<file path=ppt/tags/tag1137297.xml><?xml version="1.0" encoding="utf-8"?>
<p:tagLst xmlns:a="http://schemas.openxmlformats.org/drawingml/2006/main" xmlns:r="http://schemas.openxmlformats.org/officeDocument/2006/relationships" xmlns:p="http://schemas.openxmlformats.org/presentationml/2006/main">
  <p:tag name="PLUS_ID" val="title"/>
</p:tagLst>
</file>

<file path=ppt/tags/tag1141398.xml><?xml version="1.0" encoding="utf-8"?>
<p:tagLst xmlns:a="http://schemas.openxmlformats.org/drawingml/2006/main" xmlns:r="http://schemas.openxmlformats.org/officeDocument/2006/relationships" xmlns:p="http://schemas.openxmlformats.org/presentationml/2006/main">
  <p:tag name="PLUS_ID" val="image"/>
</p:tagLst>
</file>

<file path=ppt/tags/tag1142196.xml><?xml version="1.0" encoding="utf-8"?>
<p:tagLst xmlns:a="http://schemas.openxmlformats.org/drawingml/2006/main" xmlns:r="http://schemas.openxmlformats.org/officeDocument/2006/relationships" xmlns:p="http://schemas.openxmlformats.org/presentationml/2006/main">
  <p:tag name="PLUS_ID" val="chapter"/>
</p:tagLst>
</file>

<file path=ppt/tags/tag1195754.xml><?xml version="1.0" encoding="utf-8"?>
<p:tagLst xmlns:a="http://schemas.openxmlformats.org/drawingml/2006/main" xmlns:r="http://schemas.openxmlformats.org/officeDocument/2006/relationships" xmlns:p="http://schemas.openxmlformats.org/presentationml/2006/main">
  <p:tag name="PLUS_SLIDE_ID" val="b2vCFSa9Jys7tEU26SBJAm"/>
  <p:tag name="PLUS_SLIDE_PPT_ID" val="692#2235804838"/>
</p:tagLst>
</file>

<file path=ppt/tags/tag11966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7249.xml><?xml version="1.0" encoding="utf-8"?>
<p:tagLst xmlns:a="http://schemas.openxmlformats.org/drawingml/2006/main" xmlns:r="http://schemas.openxmlformats.org/officeDocument/2006/relationships" xmlns:p="http://schemas.openxmlformats.org/presentationml/2006/main">
  <p:tag name="PLUS_ID" val="title"/>
</p:tagLst>
</file>

<file path=ppt/tags/tag1200855.xml><?xml version="1.0" encoding="utf-8"?>
<p:tagLst xmlns:a="http://schemas.openxmlformats.org/drawingml/2006/main" xmlns:r="http://schemas.openxmlformats.org/officeDocument/2006/relationships" xmlns:p="http://schemas.openxmlformats.org/presentationml/2006/main">
  <p:tag name="PLUS_ID" val="takeaway"/>
</p:tagLst>
</file>

<file path=ppt/tags/tag1201350.xml><?xml version="1.0" encoding="utf-8"?>
<p:tagLst xmlns:a="http://schemas.openxmlformats.org/drawingml/2006/main" xmlns:r="http://schemas.openxmlformats.org/officeDocument/2006/relationships" xmlns:p="http://schemas.openxmlformats.org/presentationml/2006/main">
  <p:tag name="PLUS_ID" val="image"/>
</p:tagLst>
</file>

<file path=ppt/tags/tag1202148.xml><?xml version="1.0" encoding="utf-8"?>
<p:tagLst xmlns:a="http://schemas.openxmlformats.org/drawingml/2006/main" xmlns:r="http://schemas.openxmlformats.org/officeDocument/2006/relationships" xmlns:p="http://schemas.openxmlformats.org/presentationml/2006/main">
  <p:tag name="PLUS_ID" val="chapter"/>
</p:tagLst>
</file>

<file path=ppt/tags/tag1205956.xml><?xml version="1.0" encoding="utf-8"?>
<p:tagLst xmlns:a="http://schemas.openxmlformats.org/drawingml/2006/main" xmlns:r="http://schemas.openxmlformats.org/officeDocument/2006/relationships" xmlns:p="http://schemas.openxmlformats.org/presentationml/2006/main">
  <p:tag name="PLUS_ID" val="plus_tip"/>
</p:tagLst>
</file>

<file path=ppt/tags/tag1965243.xml><?xml version="1.0" encoding="utf-8"?>
<p:tagLst xmlns:a="http://schemas.openxmlformats.org/drawingml/2006/main" xmlns:r="http://schemas.openxmlformats.org/officeDocument/2006/relationships" xmlns:p="http://schemas.openxmlformats.org/presentationml/2006/main">
  <p:tag name="PLUS_SLIDE_ID" val="b2vCFSa9Jys7tEU26S82G8"/>
  <p:tag name="PLUS_SLIDE_PPT_ID" val="655#3992271614"/>
</p:tagLst>
</file>

<file path=ppt/tags/tag1974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2240.xml><?xml version="1.0" encoding="utf-8"?>
<p:tagLst xmlns:a="http://schemas.openxmlformats.org/drawingml/2006/main" xmlns:r="http://schemas.openxmlformats.org/officeDocument/2006/relationships" xmlns:p="http://schemas.openxmlformats.org/presentationml/2006/main">
  <p:tag name="PLUS_ID" val="title"/>
</p:tagLst>
</file>

<file path=ppt/tags/tag20009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1581.xml><?xml version="1.0" encoding="utf-8"?>
<p:tagLst xmlns:a="http://schemas.openxmlformats.org/drawingml/2006/main" xmlns:r="http://schemas.openxmlformats.org/officeDocument/2006/relationships" xmlns:p="http://schemas.openxmlformats.org/presentationml/2006/main">
  <p:tag name="PLUS_ID" val="title"/>
</p:tagLst>
</file>

<file path=ppt/tags/tag2005682.xml><?xml version="1.0" encoding="utf-8"?>
<p:tagLst xmlns:a="http://schemas.openxmlformats.org/drawingml/2006/main" xmlns:r="http://schemas.openxmlformats.org/officeDocument/2006/relationships" xmlns:p="http://schemas.openxmlformats.org/presentationml/2006/main">
  <p:tag name="PLUS_ID" val="deliverable_0"/>
</p:tagLst>
</file>

<file path=ppt/tags/tag2006177.xml><?xml version="1.0" encoding="utf-8"?>
<p:tagLst xmlns:a="http://schemas.openxmlformats.org/drawingml/2006/main" xmlns:r="http://schemas.openxmlformats.org/officeDocument/2006/relationships" xmlns:p="http://schemas.openxmlformats.org/presentationml/2006/main">
  <p:tag name="PLUS_ID" val="deliverable_2"/>
</p:tagLst>
</file>

<file path=ppt/tags/tag2009247.xml><?xml version="1.0" encoding="utf-8"?>
<p:tagLst xmlns:a="http://schemas.openxmlformats.org/drawingml/2006/main" xmlns:r="http://schemas.openxmlformats.org/officeDocument/2006/relationships" xmlns:p="http://schemas.openxmlformats.org/presentationml/2006/main">
  <p:tag name="PLUS_ID" val="header"/>
</p:tagLst>
</file>

<file path=ppt/tags/tag2010783.xml><?xml version="1.0" encoding="utf-8"?>
<p:tagLst xmlns:a="http://schemas.openxmlformats.org/drawingml/2006/main" xmlns:r="http://schemas.openxmlformats.org/officeDocument/2006/relationships" xmlns:p="http://schemas.openxmlformats.org/presentationml/2006/main">
  <p:tag name="PLUS_ID" val="header_2"/>
</p:tagLst>
</file>

<file path=ppt/tags/tag2011278.xml><?xml version="1.0" encoding="utf-8"?>
<p:tagLst xmlns:a="http://schemas.openxmlformats.org/drawingml/2006/main" xmlns:r="http://schemas.openxmlformats.org/officeDocument/2006/relationships" xmlns:p="http://schemas.openxmlformats.org/presentationml/2006/main">
  <p:tag name="PLUS_ID" val="chapter"/>
</p:tagLst>
</file>

<file path=ppt/tags/tag2015884.xml><?xml version="1.0" encoding="utf-8"?>
<p:tagLst xmlns:a="http://schemas.openxmlformats.org/drawingml/2006/main" xmlns:r="http://schemas.openxmlformats.org/officeDocument/2006/relationships" xmlns:p="http://schemas.openxmlformats.org/presentationml/2006/main">
  <p:tag name="PLUS_ID" val="plus_tip"/>
</p:tagLst>
</file>

<file path=ppt/tags/tag2016244.xml><?xml version="1.0" encoding="utf-8"?>
<p:tagLst xmlns:a="http://schemas.openxmlformats.org/drawingml/2006/main" xmlns:r="http://schemas.openxmlformats.org/officeDocument/2006/relationships" xmlns:p="http://schemas.openxmlformats.org/presentationml/2006/main">
  <p:tag name="PLUS_ID" val="takeaway"/>
</p:tagLst>
</file>

<file path=ppt/tags/tag2023241.xml><?xml version="1.0" encoding="utf-8"?>
<p:tagLst xmlns:a="http://schemas.openxmlformats.org/drawingml/2006/main" xmlns:r="http://schemas.openxmlformats.org/officeDocument/2006/relationships" xmlns:p="http://schemas.openxmlformats.org/presentationml/2006/main">
  <p:tag name="PLUS_ID" val="chapter"/>
</p:tagLst>
</file>

<file path=ppt/tags/tag2031239.xml><?xml version="1.0" encoding="utf-8"?>
<p:tagLst xmlns:a="http://schemas.openxmlformats.org/drawingml/2006/main" xmlns:r="http://schemas.openxmlformats.org/officeDocument/2006/relationships" xmlns:p="http://schemas.openxmlformats.org/presentationml/2006/main">
  <p:tag name="PLUS_ID" val="logo"/>
</p:tagLst>
</file>

<file path=ppt/tags/tag2568178.xml><?xml version="1.0" encoding="utf-8"?>
<p:tagLst xmlns:a="http://schemas.openxmlformats.org/drawingml/2006/main" xmlns:r="http://schemas.openxmlformats.org/officeDocument/2006/relationships" xmlns:p="http://schemas.openxmlformats.org/presentationml/2006/main">
  <p:tag name="PLUS_SLIDE_ID" val="STtV0kmFg4UHqXNmdHP8xJ"/>
  <p:tag name="PLUS_SLIDE_PPT_ID" val="658#4196422686"/>
</p:tagLst>
</file>

<file path=ppt/tags/tag2568232.xml><?xml version="1.0" encoding="utf-8"?>
<p:tagLst xmlns:a="http://schemas.openxmlformats.org/drawingml/2006/main" xmlns:r="http://schemas.openxmlformats.org/officeDocument/2006/relationships" xmlns:p="http://schemas.openxmlformats.org/presentationml/2006/main">
  <p:tag name="PLUS_SLIDE_ID" val="STtV0kmFg4UHqXNmdHP8xJ"/>
  <p:tag name="PLUS_SLIDE_PPT_ID" val="658#4196422686"/>
</p:tagLst>
</file>

<file path=ppt/tags/tag2575868.xml><?xml version="1.0" encoding="utf-8"?>
<p:tagLst xmlns:a="http://schemas.openxmlformats.org/drawingml/2006/main" xmlns:r="http://schemas.openxmlformats.org/officeDocument/2006/relationships" xmlns:p="http://schemas.openxmlformats.org/presentationml/2006/main">
  <p:tag name="PLUS_SLIDE_ID" val="g4k0hLEzmCv95Gt3d61asM"/>
  <p:tag name="PLUS_SLIDE_PPT_ID" val="731#3895475751"/>
</p:tagLst>
</file>

<file path=ppt/tags/tag25766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77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77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77363.xml><?xml version="1.0" encoding="utf-8"?>
<p:tagLst xmlns:a="http://schemas.openxmlformats.org/drawingml/2006/main" xmlns:r="http://schemas.openxmlformats.org/officeDocument/2006/relationships" xmlns:p="http://schemas.openxmlformats.org/presentationml/2006/main">
  <p:tag name="PLUS_ID" val="title"/>
</p:tagLst>
</file>

<file path=ppt/tags/tag2580969.xml><?xml version="1.0" encoding="utf-8"?>
<p:tagLst xmlns:a="http://schemas.openxmlformats.org/drawingml/2006/main" xmlns:r="http://schemas.openxmlformats.org/officeDocument/2006/relationships" xmlns:p="http://schemas.openxmlformats.org/presentationml/2006/main">
  <p:tag name="PLUS_ID" val="overview_header"/>
</p:tagLst>
</file>

<file path=ppt/tags/tag2581464.xml><?xml version="1.0" encoding="utf-8"?>
<p:tagLst xmlns:a="http://schemas.openxmlformats.org/drawingml/2006/main" xmlns:r="http://schemas.openxmlformats.org/officeDocument/2006/relationships" xmlns:p="http://schemas.openxmlformats.org/presentationml/2006/main">
  <p:tag name="PLUS_ID" val="problem_detail"/>
</p:tagLst>
</file>

<file path=ppt/tags/tag2582161.xml><?xml version="1.0" encoding="utf-8"?>
<p:tagLst xmlns:a="http://schemas.openxmlformats.org/drawingml/2006/main" xmlns:r="http://schemas.openxmlformats.org/officeDocument/2006/relationships" xmlns:p="http://schemas.openxmlformats.org/presentationml/2006/main">
  <p:tag name="PLUS_ID" val="solution_detail"/>
</p:tagLst>
</file>

<file path=ppt/tags/tag2584174.xml><?xml version="1.0" encoding="utf-8"?>
<p:tagLst xmlns:a="http://schemas.openxmlformats.org/drawingml/2006/main" xmlns:r="http://schemas.openxmlformats.org/officeDocument/2006/relationships" xmlns:p="http://schemas.openxmlformats.org/presentationml/2006/main">
  <p:tag name="PLUS_ID" val="title"/>
</p:tagLst>
</file>

<file path=ppt/tags/tag2584228.xml><?xml version="1.0" encoding="utf-8"?>
<p:tagLst xmlns:a="http://schemas.openxmlformats.org/drawingml/2006/main" xmlns:r="http://schemas.openxmlformats.org/officeDocument/2006/relationships" xmlns:p="http://schemas.openxmlformats.org/presentationml/2006/main">
  <p:tag name="PLUS_ID" val="title"/>
</p:tagLst>
</file>

<file path=ppt/tags/tag2586565.xml><?xml version="1.0" encoding="utf-8"?>
<p:tagLst xmlns:a="http://schemas.openxmlformats.org/drawingml/2006/main" xmlns:r="http://schemas.openxmlformats.org/officeDocument/2006/relationships" xmlns:p="http://schemas.openxmlformats.org/presentationml/2006/main">
  <p:tag name="PLUS_ID" val="logo"/>
</p:tagLst>
</file>

<file path=ppt/tags/tag2587262.xml><?xml version="1.0" encoding="utf-8"?>
<p:tagLst xmlns:a="http://schemas.openxmlformats.org/drawingml/2006/main" xmlns:r="http://schemas.openxmlformats.org/officeDocument/2006/relationships" xmlns:p="http://schemas.openxmlformats.org/presentationml/2006/main">
  <p:tag name="PLUS_ID" val="tip_wrapper"/>
</p:tagLst>
</file>

<file path=ppt/tags/tag2619179.xml><?xml version="1.0" encoding="utf-8"?>
<p:tagLst xmlns:a="http://schemas.openxmlformats.org/drawingml/2006/main" xmlns:r="http://schemas.openxmlformats.org/officeDocument/2006/relationships" xmlns:p="http://schemas.openxmlformats.org/presentationml/2006/main">
  <p:tag name="PLUS_ID" val="detail_1"/>
</p:tagLst>
</file>

<file path=ppt/tags/tag2619233.xml><?xml version="1.0" encoding="utf-8"?>
<p:tagLst xmlns:a="http://schemas.openxmlformats.org/drawingml/2006/main" xmlns:r="http://schemas.openxmlformats.org/officeDocument/2006/relationships" xmlns:p="http://schemas.openxmlformats.org/presentationml/2006/main">
  <p:tag name="PLUS_ID" val="detail_1"/>
</p:tagLst>
</file>

<file path=ppt/tags/tag2625175.xml><?xml version="1.0" encoding="utf-8"?>
<p:tagLst xmlns:a="http://schemas.openxmlformats.org/drawingml/2006/main" xmlns:r="http://schemas.openxmlformats.org/officeDocument/2006/relationships" xmlns:p="http://schemas.openxmlformats.org/presentationml/2006/main">
  <p:tag name="PLUS_ID" val="header_1"/>
</p:tagLst>
</file>

<file path=ppt/tags/tag2625229.xml><?xml version="1.0" encoding="utf-8"?>
<p:tagLst xmlns:a="http://schemas.openxmlformats.org/drawingml/2006/main" xmlns:r="http://schemas.openxmlformats.org/officeDocument/2006/relationships" xmlns:p="http://schemas.openxmlformats.org/presentationml/2006/main">
  <p:tag name="PLUS_ID" val="header_1"/>
</p:tagLst>
</file>

<file path=ppt/tags/tag2631171.xml><?xml version="1.0" encoding="utf-8"?>
<p:tagLst xmlns:a="http://schemas.openxmlformats.org/drawingml/2006/main" xmlns:r="http://schemas.openxmlformats.org/officeDocument/2006/relationships" xmlns:p="http://schemas.openxmlformats.org/presentationml/2006/main">
  <p:tag name="PLUS_ID" val="chapter"/>
</p:tagLst>
</file>

<file path=ppt/tags/tag2631225.xml><?xml version="1.0" encoding="utf-8"?>
<p:tagLst xmlns:a="http://schemas.openxmlformats.org/drawingml/2006/main" xmlns:r="http://schemas.openxmlformats.org/officeDocument/2006/relationships" xmlns:p="http://schemas.openxmlformats.org/presentationml/2006/main">
  <p:tag name="PLUS_ID" val="chapter"/>
</p:tagLst>
</file>

<file path=ppt/tags/tag2676176.xml><?xml version="1.0" encoding="utf-8"?>
<p:tagLst xmlns:a="http://schemas.openxmlformats.org/drawingml/2006/main" xmlns:r="http://schemas.openxmlformats.org/officeDocument/2006/relationships" xmlns:p="http://schemas.openxmlformats.org/presentationml/2006/main">
  <p:tag name="PLUS_ID" val="plus_tip"/>
</p:tagLst>
</file>

<file path=ppt/tags/tag2676230.xml><?xml version="1.0" encoding="utf-8"?>
<p:tagLst xmlns:a="http://schemas.openxmlformats.org/drawingml/2006/main" xmlns:r="http://schemas.openxmlformats.org/officeDocument/2006/relationships" xmlns:p="http://schemas.openxmlformats.org/presentationml/2006/main">
  <p:tag name="PLUS_ID" val="plus_tip"/>
</p:tagLst>
</file>

<file path=ppt/tags/tag3507191.xml><?xml version="1.0" encoding="utf-8"?>
<p:tagLst xmlns:a="http://schemas.openxmlformats.org/drawingml/2006/main" xmlns:r="http://schemas.openxmlformats.org/officeDocument/2006/relationships" xmlns:p="http://schemas.openxmlformats.org/presentationml/2006/main">
  <p:tag name="PLUS_SLIDE_ID" val="b2vCFSa9Jys7tEU26S9A2k"/>
  <p:tag name="PLUS_SLIDE_PPT_ID" val="663#692561891"/>
</p:tagLst>
</file>

<file path=ppt/tags/tag3516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23187.xml><?xml version="1.0" encoding="utf-8"?>
<p:tagLst xmlns:a="http://schemas.openxmlformats.org/drawingml/2006/main" xmlns:r="http://schemas.openxmlformats.org/officeDocument/2006/relationships" xmlns:p="http://schemas.openxmlformats.org/presentationml/2006/main">
  <p:tag name="PLUS_ID" val="title"/>
</p:tagLst>
</file>

<file path=ppt/tags/tag3558192.xml><?xml version="1.0" encoding="utf-8"?>
<p:tagLst xmlns:a="http://schemas.openxmlformats.org/drawingml/2006/main" xmlns:r="http://schemas.openxmlformats.org/officeDocument/2006/relationships" xmlns:p="http://schemas.openxmlformats.org/presentationml/2006/main">
  <p:tag name="PLUS_ID" val="detail_1"/>
</p:tagLst>
</file>

<file path=ppt/tags/tag3564188.xml><?xml version="1.0" encoding="utf-8"?>
<p:tagLst xmlns:a="http://schemas.openxmlformats.org/drawingml/2006/main" xmlns:r="http://schemas.openxmlformats.org/officeDocument/2006/relationships" xmlns:p="http://schemas.openxmlformats.org/presentationml/2006/main">
  <p:tag name="PLUS_ID" val="header_1"/>
</p:tagLst>
</file>

<file path=ppt/tags/tag3571185.xml><?xml version="1.0" encoding="utf-8"?>
<p:tagLst xmlns:a="http://schemas.openxmlformats.org/drawingml/2006/main" xmlns:r="http://schemas.openxmlformats.org/officeDocument/2006/relationships" xmlns:p="http://schemas.openxmlformats.org/presentationml/2006/main">
  <p:tag name="PLUS_ID" val="detail_2"/>
</p:tagLst>
</file>

<file path=ppt/tags/tag3609193.xml><?xml version="1.0" encoding="utf-8"?>
<p:tagLst xmlns:a="http://schemas.openxmlformats.org/drawingml/2006/main" xmlns:r="http://schemas.openxmlformats.org/officeDocument/2006/relationships" xmlns:p="http://schemas.openxmlformats.org/presentationml/2006/main">
  <p:tag name="PLUS_ID" val="takeaway"/>
</p:tagLst>
</file>

<file path=ppt/tags/tag3615189.xml><?xml version="1.0" encoding="utf-8"?>
<p:tagLst xmlns:a="http://schemas.openxmlformats.org/drawingml/2006/main" xmlns:r="http://schemas.openxmlformats.org/officeDocument/2006/relationships" xmlns:p="http://schemas.openxmlformats.org/presentationml/2006/main">
  <p:tag name="PLUS_ID" val="logo"/>
</p:tagLst>
</file>

<file path=ppt/tags/tag3622186.xml><?xml version="1.0" encoding="utf-8"?>
<p:tagLst xmlns:a="http://schemas.openxmlformats.org/drawingml/2006/main" xmlns:r="http://schemas.openxmlformats.org/officeDocument/2006/relationships" xmlns:p="http://schemas.openxmlformats.org/presentationml/2006/main">
  <p:tag name="PLUS_ID" val="tip_wrapper"/>
</p:tagLst>
</file>

<file path=ppt/tags/tag4051445.xml><?xml version="1.0" encoding="utf-8"?>
<p:tagLst xmlns:a="http://schemas.openxmlformats.org/drawingml/2006/main" xmlns:r="http://schemas.openxmlformats.org/officeDocument/2006/relationships" xmlns:p="http://schemas.openxmlformats.org/presentationml/2006/main">
  <p:tag name="PLUS_ID" val="detail_0"/>
</p:tagLst>
</file>

<file path=ppt/tags/tag4061041.xml><?xml version="1.0" encoding="utf-8"?>
<p:tagLst xmlns:a="http://schemas.openxmlformats.org/drawingml/2006/main" xmlns:r="http://schemas.openxmlformats.org/officeDocument/2006/relationships" xmlns:p="http://schemas.openxmlformats.org/presentationml/2006/main">
  <p:tag name="PLUS_ID" val="header_0"/>
</p:tagLst>
</file>

<file path=ppt/tags/tag4101546.xml><?xml version="1.0" encoding="utf-8"?>
<p:tagLst xmlns:a="http://schemas.openxmlformats.org/drawingml/2006/main" xmlns:r="http://schemas.openxmlformats.org/officeDocument/2006/relationships" xmlns:p="http://schemas.openxmlformats.org/presentationml/2006/main">
  <p:tag name="PLUS_ID" val="header_2"/>
</p:tagLst>
</file>

<file path=ppt/tags/tag4111344.xml><?xml version="1.0" encoding="utf-8"?>
<p:tagLst xmlns:a="http://schemas.openxmlformats.org/drawingml/2006/main" xmlns:r="http://schemas.openxmlformats.org/officeDocument/2006/relationships" xmlns:p="http://schemas.openxmlformats.org/presentationml/2006/main">
  <p:tag name="PLUS_ID" val="chapter"/>
</p:tagLst>
</file>

<file path=ppt/tags/tag4151647.xml><?xml version="1.0" encoding="utf-8"?>
<p:tagLst xmlns:a="http://schemas.openxmlformats.org/drawingml/2006/main" xmlns:r="http://schemas.openxmlformats.org/officeDocument/2006/relationships" xmlns:p="http://schemas.openxmlformats.org/presentationml/2006/main">
  <p:tag name="PLUS_ID" val="plus_tip"/>
</p:tagLst>
</file>

<file path=ppt/tags/tag11357102.xml><?xml version="1.0" encoding="utf-8"?>
<p:tagLst xmlns:a="http://schemas.openxmlformats.org/drawingml/2006/main" xmlns:r="http://schemas.openxmlformats.org/officeDocument/2006/relationships" xmlns:p="http://schemas.openxmlformats.org/presentationml/2006/main">
  <p:tag name="PLUS_SLIDE_ID" val="b2vCFSa9Jys7tEU26SBAyi"/>
  <p:tag name="PLUS_SLIDE_PPT_ID" val="689#4276355203"/>
</p:tagLst>
</file>

<file path=ppt/tags/tag11366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08103.xml><?xml version="1.0" encoding="utf-8"?>
<p:tagLst xmlns:a="http://schemas.openxmlformats.org/drawingml/2006/main" xmlns:r="http://schemas.openxmlformats.org/officeDocument/2006/relationships" xmlns:p="http://schemas.openxmlformats.org/presentationml/2006/main">
  <p:tag name="PLUS_ID" val="takeaway"/>
</p:tagLst>
</file>

<file path=ppt/tags/tag11459104.xml><?xml version="1.0" encoding="utf-8"?>
<p:tagLst xmlns:a="http://schemas.openxmlformats.org/drawingml/2006/main" xmlns:r="http://schemas.openxmlformats.org/officeDocument/2006/relationships" xmlns:p="http://schemas.openxmlformats.org/presentationml/2006/main">
  <p:tag name="PLUS_ID" val="plus_tip"/>
</p:tagLst>
</file>

<file path=ppt/tags/tag11957115.xml><?xml version="1.0" encoding="utf-8"?>
<p:tagLst xmlns:a="http://schemas.openxmlformats.org/drawingml/2006/main" xmlns:r="http://schemas.openxmlformats.org/officeDocument/2006/relationships" xmlns:p="http://schemas.openxmlformats.org/presentationml/2006/main">
  <p:tag name="PLUS_SLIDE_ID" val="b2vCFSa9Jys7tEU26SBJAm"/>
  <p:tag name="PLUS_SLIDE_PPT_ID" val="692#2235804838"/>
</p:tagLst>
</file>

<file path=ppt/tags/tag11966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72110.xml><?xml version="1.0" encoding="utf-8"?>
<p:tagLst xmlns:a="http://schemas.openxmlformats.org/drawingml/2006/main" xmlns:r="http://schemas.openxmlformats.org/officeDocument/2006/relationships" xmlns:p="http://schemas.openxmlformats.org/presentationml/2006/main">
  <p:tag name="PLUS_ID" val="title"/>
</p:tagLst>
</file>

<file path=ppt/tags/tag11981259.xml><?xml version="1.0" encoding="utf-8"?>
<p:tagLst xmlns:a="http://schemas.openxmlformats.org/drawingml/2006/main" xmlns:r="http://schemas.openxmlformats.org/officeDocument/2006/relationships" xmlns:p="http://schemas.openxmlformats.org/presentationml/2006/main">
  <p:tag name="PLUS_ID" val="detail"/>
</p:tagLst>
</file>

<file path=ppt/tags/tag11991057.xml><?xml version="1.0" encoding="utf-8"?>
<p:tagLst xmlns:a="http://schemas.openxmlformats.org/drawingml/2006/main" xmlns:r="http://schemas.openxmlformats.org/officeDocument/2006/relationships" xmlns:p="http://schemas.openxmlformats.org/presentationml/2006/main">
  <p:tag name="PLUS_ID" val="header"/>
</p:tagLst>
</file>

<file path=ppt/tags/tag12008116.xml><?xml version="1.0" encoding="utf-8"?>
<p:tagLst xmlns:a="http://schemas.openxmlformats.org/drawingml/2006/main" xmlns:r="http://schemas.openxmlformats.org/officeDocument/2006/relationships" xmlns:p="http://schemas.openxmlformats.org/presentationml/2006/main">
  <p:tag name="PLUS_ID" val="takeaway"/>
</p:tagLst>
</file>

<file path=ppt/tags/tag12013111.xml><?xml version="1.0" encoding="utf-8"?>
<p:tagLst xmlns:a="http://schemas.openxmlformats.org/drawingml/2006/main" xmlns:r="http://schemas.openxmlformats.org/officeDocument/2006/relationships" xmlns:p="http://schemas.openxmlformats.org/presentationml/2006/main">
  <p:tag name="PLUS_ID" val="image"/>
</p:tagLst>
</file>

<file path=ppt/tags/tag12021109.xml><?xml version="1.0" encoding="utf-8"?>
<p:tagLst xmlns:a="http://schemas.openxmlformats.org/drawingml/2006/main" xmlns:r="http://schemas.openxmlformats.org/officeDocument/2006/relationships" xmlns:p="http://schemas.openxmlformats.org/presentationml/2006/main">
  <p:tag name="PLUS_ID" val="chapter"/>
</p:tagLst>
</file>

<file path=ppt/tags/tag12031360.xml><?xml version="1.0" encoding="utf-8"?>
<p:tagLst xmlns:a="http://schemas.openxmlformats.org/drawingml/2006/main" xmlns:r="http://schemas.openxmlformats.org/officeDocument/2006/relationships" xmlns:p="http://schemas.openxmlformats.org/presentationml/2006/main">
  <p:tag name="PLUS_ID" val="logo"/>
</p:tagLst>
</file>

<file path=ppt/tags/tag12041158.xml><?xml version="1.0" encoding="utf-8"?>
<p:tagLst xmlns:a="http://schemas.openxmlformats.org/drawingml/2006/main" xmlns:r="http://schemas.openxmlformats.org/officeDocument/2006/relationships" xmlns:p="http://schemas.openxmlformats.org/presentationml/2006/main">
  <p:tag name="PLUS_ID" val="tip_wrapper"/>
</p:tagLst>
</file>

<file path=ppt/tags/tag12059117.xml><?xml version="1.0" encoding="utf-8"?>
<p:tagLst xmlns:a="http://schemas.openxmlformats.org/drawingml/2006/main" xmlns:r="http://schemas.openxmlformats.org/officeDocument/2006/relationships" xmlns:p="http://schemas.openxmlformats.org/presentationml/2006/main">
  <p:tag name="PLUS_ID" val="plus_tip"/>
</p:tagLst>
</file>

<file path=ppt/tags/tag18785148.xml><?xml version="1.0" encoding="utf-8"?>
<p:tagLst xmlns:a="http://schemas.openxmlformats.org/drawingml/2006/main" xmlns:r="http://schemas.openxmlformats.org/officeDocument/2006/relationships" xmlns:p="http://schemas.openxmlformats.org/presentationml/2006/main">
  <p:tag name="PLUS_ID" val="title"/>
</p:tagLst>
</file>

<file path=ppt/tags/tag18827150.xml><?xml version="1.0" encoding="utf-8"?>
<p:tagLst xmlns:a="http://schemas.openxmlformats.org/drawingml/2006/main" xmlns:r="http://schemas.openxmlformats.org/officeDocument/2006/relationships" xmlns:p="http://schemas.openxmlformats.org/presentationml/2006/main">
  <p:tag name="PLUS_ID" val="detail_2"/>
</p:tagLst>
</file>

<file path=ppt/tags/tag18831144.xml><?xml version="1.0" encoding="utf-8"?>
<p:tagLst xmlns:a="http://schemas.openxmlformats.org/drawingml/2006/main" xmlns:r="http://schemas.openxmlformats.org/officeDocument/2006/relationships" xmlns:p="http://schemas.openxmlformats.org/presentationml/2006/main">
  <p:tag name="PLUS_ID" val="label_0"/>
</p:tagLst>
</file>

<file path=ppt/tags/tag18878151.xml><?xml version="1.0" encoding="utf-8"?>
<p:tagLst xmlns:a="http://schemas.openxmlformats.org/drawingml/2006/main" xmlns:r="http://schemas.openxmlformats.org/officeDocument/2006/relationships" xmlns:p="http://schemas.openxmlformats.org/presentationml/2006/main">
  <p:tag name="PLUS_ID" val="value_2"/>
</p:tagLst>
</file>

<file path=ppt/tags/tag18882145.xml><?xml version="1.0" encoding="utf-8"?>
<p:tagLst xmlns:a="http://schemas.openxmlformats.org/drawingml/2006/main" xmlns:r="http://schemas.openxmlformats.org/officeDocument/2006/relationships" xmlns:p="http://schemas.openxmlformats.org/presentationml/2006/main">
  <p:tag name="PLUS_ID" val="label_3"/>
</p:tagLst>
</file>

<file path=ppt/tags/tag18929152.xml><?xml version="1.0" encoding="utf-8"?>
<p:tagLst xmlns:a="http://schemas.openxmlformats.org/drawingml/2006/main" xmlns:r="http://schemas.openxmlformats.org/officeDocument/2006/relationships" xmlns:p="http://schemas.openxmlformats.org/presentationml/2006/main">
  <p:tag name="PLUS_ID" val="detail_4"/>
</p:tagLst>
</file>

<file path=ppt/tags/tag18933146.xml><?xml version="1.0" encoding="utf-8"?>
<p:tagLst xmlns:a="http://schemas.openxmlformats.org/drawingml/2006/main" xmlns:r="http://schemas.openxmlformats.org/officeDocument/2006/relationships" xmlns:p="http://schemas.openxmlformats.org/presentationml/2006/main">
  <p:tag name="PLUS_ID" val="value_4"/>
</p:tagLst>
</file>

<file path=ppt/tags/tag18966149.xml><?xml version="1.0" encoding="utf-8"?>
<p:tagLst xmlns:a="http://schemas.openxmlformats.org/drawingml/2006/main" xmlns:r="http://schemas.openxmlformats.org/officeDocument/2006/relationships" xmlns:p="http://schemas.openxmlformats.org/presentationml/2006/main">
  <p:tag name="PLUS_ID" val="value_5"/>
</p:tagLst>
</file>

<file path=ppt/tags/tag19014147.xml><?xml version="1.0" encoding="utf-8"?>
<p:tagLst xmlns:a="http://schemas.openxmlformats.org/drawingml/2006/main" xmlns:r="http://schemas.openxmlformats.org/officeDocument/2006/relationships" xmlns:p="http://schemas.openxmlformats.org/presentationml/2006/main">
  <p:tag name="PLUS_ID" val="plus_tip"/>
</p:tagLst>
</file>

<file path=ppt/tags/tag19911249.xml><?xml version="1.0" encoding="utf-8"?>
<p:tagLst xmlns:a="http://schemas.openxmlformats.org/drawingml/2006/main" xmlns:r="http://schemas.openxmlformats.org/officeDocument/2006/relationships" xmlns:p="http://schemas.openxmlformats.org/presentationml/2006/main">
  <p:tag name="PLUS_ID" val="detail"/>
</p:tagLst>
</file>

<file path=ppt/tags/tag19991187.xml><?xml version="1.0" encoding="utf-8"?>
<p:tagLst xmlns:a="http://schemas.openxmlformats.org/drawingml/2006/main" xmlns:r="http://schemas.openxmlformats.org/officeDocument/2006/relationships" xmlns:p="http://schemas.openxmlformats.org/presentationml/2006/main">
  <p:tag name="PLUS_SLIDE_ID" val="g4k0hLEzmCv95Gt3d60VxA"/>
  <p:tag name="PLUS_SLIDE_PPT_ID" val="718#2100562772"/>
</p:tagLst>
</file>

<file path=ppt/tags/tag20021793.xml><?xml version="1.0" encoding="utf-8"?>
<p:tagLst xmlns:a="http://schemas.openxmlformats.org/drawingml/2006/main" xmlns:r="http://schemas.openxmlformats.org/officeDocument/2006/relationships" xmlns:p="http://schemas.openxmlformats.org/presentationml/2006/main">
  <p:tag name="PLUS_ID" val="detail_0"/>
</p:tagLst>
</file>

<file path=ppt/tags/tag20031490.xml><?xml version="1.0" encoding="utf-8"?>
<p:tagLst xmlns:a="http://schemas.openxmlformats.org/drawingml/2006/main" xmlns:r="http://schemas.openxmlformats.org/officeDocument/2006/relationships" xmlns:p="http://schemas.openxmlformats.org/presentationml/2006/main">
  <p:tag name="PLUS_ID" val="detail_2"/>
</p:tagLst>
</file>

<file path=ppt/tags/tag20041288.xml><?xml version="1.0" encoding="utf-8"?>
<p:tagLst xmlns:a="http://schemas.openxmlformats.org/drawingml/2006/main" xmlns:r="http://schemas.openxmlformats.org/officeDocument/2006/relationships" xmlns:p="http://schemas.openxmlformats.org/presentationml/2006/main">
  <p:tag name="PLUS_ID" val="detail_1"/>
</p:tagLst>
</file>

<file path=ppt/tags/tag20071894.xml><?xml version="1.0" encoding="utf-8"?>
<p:tagLst xmlns:a="http://schemas.openxmlformats.org/drawingml/2006/main" xmlns:r="http://schemas.openxmlformats.org/officeDocument/2006/relationships" xmlns:p="http://schemas.openxmlformats.org/presentationml/2006/main">
  <p:tag name="PLUS_ID" val="deliverable_1"/>
</p:tagLst>
</file>

<file path=ppt/tags/tag20081692.xml><?xml version="1.0" encoding="utf-8"?>
<p:tagLst xmlns:a="http://schemas.openxmlformats.org/drawingml/2006/main" xmlns:r="http://schemas.openxmlformats.org/officeDocument/2006/relationships" xmlns:p="http://schemas.openxmlformats.org/presentationml/2006/main">
  <p:tag name="PLUS_ID" val="header_1"/>
</p:tagLst>
</file>

<file path=ppt/tags/tag20091389.xml><?xml version="1.0" encoding="utf-8"?>
<p:tagLst xmlns:a="http://schemas.openxmlformats.org/drawingml/2006/main" xmlns:r="http://schemas.openxmlformats.org/officeDocument/2006/relationships" xmlns:p="http://schemas.openxmlformats.org/presentationml/2006/main">
  <p:tag name="PLUS_ID" val="header_0"/>
</p:tagLst>
</file>

<file path=ppt/tags/tag20121995.xml><?xml version="1.0" encoding="utf-8"?>
<p:tagLst xmlns:a="http://schemas.openxmlformats.org/drawingml/2006/main" xmlns:r="http://schemas.openxmlformats.org/officeDocument/2006/relationships" xmlns:p="http://schemas.openxmlformats.org/presentationml/2006/main">
  <p:tag name="PLUS_ID" val="takeaway"/>
</p:tagLst>
</file>

<file path=ppt/tags/tag20131591.xml><?xml version="1.0" encoding="utf-8"?>
<p:tagLst xmlns:a="http://schemas.openxmlformats.org/drawingml/2006/main" xmlns:r="http://schemas.openxmlformats.org/officeDocument/2006/relationships" xmlns:p="http://schemas.openxmlformats.org/presentationml/2006/main">
  <p:tag name="PLUS_ID" val="logo"/>
</p:tagLst>
</file>

<file path=ppt/tags/tag20141086.xml><?xml version="1.0" encoding="utf-8"?>
<p:tagLst xmlns:a="http://schemas.openxmlformats.org/drawingml/2006/main" xmlns:r="http://schemas.openxmlformats.org/officeDocument/2006/relationships" xmlns:p="http://schemas.openxmlformats.org/presentationml/2006/main">
  <p:tag name="PLUS_ID" val="tip_wrapper"/>
</p:tagLst>
</file>

<file path=ppt/tags/tag20364125.xml><?xml version="1.0" encoding="utf-8"?>
<p:tagLst xmlns:a="http://schemas.openxmlformats.org/drawingml/2006/main" xmlns:r="http://schemas.openxmlformats.org/officeDocument/2006/relationships" xmlns:p="http://schemas.openxmlformats.org/presentationml/2006/main">
  <p:tag name="PLUS_ID" val="title"/>
</p:tagLst>
</file>

<file path=ppt/tags/tag20407128.xml><?xml version="1.0" encoding="utf-8"?>
<p:tagLst xmlns:a="http://schemas.openxmlformats.org/drawingml/2006/main" xmlns:r="http://schemas.openxmlformats.org/officeDocument/2006/relationships" xmlns:p="http://schemas.openxmlformats.org/presentationml/2006/main">
  <p:tag name="PLUS_ID" val="header_3"/>
</p:tagLst>
</file>

<file path=ppt/tags/tag20411122.xml><?xml version="1.0" encoding="utf-8"?>
<p:tagLst xmlns:a="http://schemas.openxmlformats.org/drawingml/2006/main" xmlns:r="http://schemas.openxmlformats.org/officeDocument/2006/relationships" xmlns:p="http://schemas.openxmlformats.org/presentationml/2006/main">
  <p:tag name="PLUS_ID" val="detail_0"/>
</p:tagLst>
</file>

<file path=ppt/tags/tag20412250.xml><?xml version="1.0" encoding="utf-8"?>
<p:tagLst xmlns:a="http://schemas.openxmlformats.org/drawingml/2006/main" xmlns:r="http://schemas.openxmlformats.org/officeDocument/2006/relationships" xmlns:p="http://schemas.openxmlformats.org/presentationml/2006/main">
  <p:tag name="PLUS_ID" val="tip_wrapper"/>
</p:tagLst>
</file>

<file path=ppt/tags/tag20458129.xml><?xml version="1.0" encoding="utf-8"?>
<p:tagLst xmlns:a="http://schemas.openxmlformats.org/drawingml/2006/main" xmlns:r="http://schemas.openxmlformats.org/officeDocument/2006/relationships" xmlns:p="http://schemas.openxmlformats.org/presentationml/2006/main">
  <p:tag name="PLUS_ID" val="deliverable_0"/>
</p:tagLst>
</file>

<file path=ppt/tags/tag20462123.xml><?xml version="1.0" encoding="utf-8"?>
<p:tagLst xmlns:a="http://schemas.openxmlformats.org/drawingml/2006/main" xmlns:r="http://schemas.openxmlformats.org/officeDocument/2006/relationships" xmlns:p="http://schemas.openxmlformats.org/presentationml/2006/main">
  <p:tag name="PLUS_ID" val="deliverable_2"/>
</p:tagLst>
</file>

<file path=ppt/tags/tag20509130.xml><?xml version="1.0" encoding="utf-8"?>
<p:tagLst xmlns:a="http://schemas.openxmlformats.org/drawingml/2006/main" xmlns:r="http://schemas.openxmlformats.org/officeDocument/2006/relationships" xmlns:p="http://schemas.openxmlformats.org/presentationml/2006/main">
  <p:tag name="PLUS_ID" val="takeaway"/>
</p:tagLst>
</file>

<file path=ppt/tags/tag20510248.xml><?xml version="1.0" encoding="utf-8"?>
<p:tagLst xmlns:a="http://schemas.openxmlformats.org/drawingml/2006/main" xmlns:r="http://schemas.openxmlformats.org/officeDocument/2006/relationships" xmlns:p="http://schemas.openxmlformats.org/presentationml/2006/main">
  <p:tag name="PLUS_ID" val="plus_tip"/>
</p:tagLst>
</file>

<file path=ppt/tags/tag20513124.xml><?xml version="1.0" encoding="utf-8"?>
<p:tagLst xmlns:a="http://schemas.openxmlformats.org/drawingml/2006/main" xmlns:r="http://schemas.openxmlformats.org/officeDocument/2006/relationships" xmlns:p="http://schemas.openxmlformats.org/presentationml/2006/main">
  <p:tag name="PLUS_ID" val="logo"/>
</p:tagLst>
</file>

<file path=ppt/tags/tag23729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34204.xml><?xml version="1.0" encoding="utf-8"?>
<p:tagLst xmlns:a="http://schemas.openxmlformats.org/drawingml/2006/main" xmlns:r="http://schemas.openxmlformats.org/officeDocument/2006/relationships" xmlns:p="http://schemas.openxmlformats.org/presentationml/2006/main">
  <p:tag name="PLUS_ID" val="title"/>
</p:tagLst>
</file>

<file path=ppt/tags/tag23776206.xml><?xml version="1.0" encoding="utf-8"?>
<p:tagLst xmlns:a="http://schemas.openxmlformats.org/drawingml/2006/main" xmlns:r="http://schemas.openxmlformats.org/officeDocument/2006/relationships" xmlns:p="http://schemas.openxmlformats.org/presentationml/2006/main">
  <p:tag name="PLUS_ID" val="detail_4"/>
</p:tagLst>
</file>

<file path=ppt/tags/tag23781201.xml><?xml version="1.0" encoding="utf-8"?>
<p:tagLst xmlns:a="http://schemas.openxmlformats.org/drawingml/2006/main" xmlns:r="http://schemas.openxmlformats.org/officeDocument/2006/relationships" xmlns:p="http://schemas.openxmlformats.org/presentationml/2006/main">
  <p:tag name="PLUS_ID" val="header_1"/>
</p:tagLst>
</file>

<file path=ppt/tags/tag23827207.xml><?xml version="1.0" encoding="utf-8"?>
<p:tagLst xmlns:a="http://schemas.openxmlformats.org/drawingml/2006/main" xmlns:r="http://schemas.openxmlformats.org/officeDocument/2006/relationships" xmlns:p="http://schemas.openxmlformats.org/presentationml/2006/main">
  <p:tag name="PLUS_ID" val="header_0"/>
</p:tagLst>
</file>

<file path=ppt/tags/tag23832202.xml><?xml version="1.0" encoding="utf-8"?>
<p:tagLst xmlns:a="http://schemas.openxmlformats.org/drawingml/2006/main" xmlns:r="http://schemas.openxmlformats.org/officeDocument/2006/relationships" xmlns:p="http://schemas.openxmlformats.org/presentationml/2006/main">
  <p:tag name="PLUS_ID" val="detail_0"/>
</p:tagLst>
</file>

<file path=ppt/tags/tag23878208.xml><?xml version="1.0" encoding="utf-8"?>
<p:tagLst xmlns:a="http://schemas.openxmlformats.org/drawingml/2006/main" xmlns:r="http://schemas.openxmlformats.org/officeDocument/2006/relationships" xmlns:p="http://schemas.openxmlformats.org/presentationml/2006/main">
  <p:tag name="PLUS_ID" val="year_2"/>
</p:tagLst>
</file>

<file path=ppt/tags/tag23883203.xml><?xml version="1.0" encoding="utf-8"?>
<p:tagLst xmlns:a="http://schemas.openxmlformats.org/drawingml/2006/main" xmlns:r="http://schemas.openxmlformats.org/officeDocument/2006/relationships" xmlns:p="http://schemas.openxmlformats.org/presentationml/2006/main">
  <p:tag name="PLUS_ID" val="year_0"/>
</p:tagLst>
</file>

<file path=ppt/tags/tag23915205.xml><?xml version="1.0" encoding="utf-8"?>
<p:tagLst xmlns:a="http://schemas.openxmlformats.org/drawingml/2006/main" xmlns:r="http://schemas.openxmlformats.org/officeDocument/2006/relationships" xmlns:p="http://schemas.openxmlformats.org/presentationml/2006/main">
  <p:tag name="PLUS_ID" val="logo"/>
</p:tagLst>
</file>

<file path=ppt/tags/tag25781474.xml><?xml version="1.0" encoding="utf-8"?>
<p:tagLst xmlns:a="http://schemas.openxmlformats.org/drawingml/2006/main" xmlns:r="http://schemas.openxmlformats.org/officeDocument/2006/relationships" xmlns:p="http://schemas.openxmlformats.org/presentationml/2006/main">
  <p:tag name="PLUS_ID" val="image"/>
</p:tagLst>
</file>

<file path=ppt/tags/tag25791171.xml><?xml version="1.0" encoding="utf-8"?>
<p:tagLst xmlns:a="http://schemas.openxmlformats.org/drawingml/2006/main" xmlns:r="http://schemas.openxmlformats.org/officeDocument/2006/relationships" xmlns:p="http://schemas.openxmlformats.org/presentationml/2006/main">
  <p:tag name="PLUS_ID" val="overview_detail"/>
</p:tagLst>
</file>

<file path=ppt/tags/tag25831575.xml><?xml version="1.0" encoding="utf-8"?>
<p:tagLst xmlns:a="http://schemas.openxmlformats.org/drawingml/2006/main" xmlns:r="http://schemas.openxmlformats.org/officeDocument/2006/relationships" xmlns:p="http://schemas.openxmlformats.org/presentationml/2006/main">
  <p:tag name="PLUS_ID" val="problem_header"/>
</p:tagLst>
</file>

<file path=ppt/tags/tag25841373.xml><?xml version="1.0" encoding="utf-8"?>
<p:tagLst xmlns:a="http://schemas.openxmlformats.org/drawingml/2006/main" xmlns:r="http://schemas.openxmlformats.org/officeDocument/2006/relationships" xmlns:p="http://schemas.openxmlformats.org/presentationml/2006/main">
  <p:tag name="PLUS_ID" val="solution_header"/>
</p:tagLst>
</file>

<file path=ppt/tags/tag25851070.xml><?xml version="1.0" encoding="utf-8"?>
<p:tagLst xmlns:a="http://schemas.openxmlformats.org/drawingml/2006/main" xmlns:r="http://schemas.openxmlformats.org/officeDocument/2006/relationships" xmlns:p="http://schemas.openxmlformats.org/presentationml/2006/main">
  <p:tag name="PLUS_ID" val="chapter"/>
</p:tagLst>
</file>

<file path=ppt/tags/tag25881676.xml><?xml version="1.0" encoding="utf-8"?>
<p:tagLst xmlns:a="http://schemas.openxmlformats.org/drawingml/2006/main" xmlns:r="http://schemas.openxmlformats.org/officeDocument/2006/relationships" xmlns:p="http://schemas.openxmlformats.org/presentationml/2006/main">
  <p:tag name="PLUS_ID" val="plus_tip"/>
</p:tagLst>
</file>

<file path=ppt/tags/tag25891272.xml><?xml version="1.0" encoding="utf-8"?>
<p:tagLst xmlns:a="http://schemas.openxmlformats.org/drawingml/2006/main" xmlns:r="http://schemas.openxmlformats.org/officeDocument/2006/relationships" xmlns:p="http://schemas.openxmlformats.org/presentationml/2006/main">
  <p:tag name="PLUS_ID" val="takeaway"/>
</p:tagLst>
</file>

<file path=ppt/tags/tag25913183.xml><?xml version="1.0" encoding="utf-8"?>
<p:tagLst xmlns:a="http://schemas.openxmlformats.org/drawingml/2006/main" xmlns:r="http://schemas.openxmlformats.org/officeDocument/2006/relationships" xmlns:p="http://schemas.openxmlformats.org/presentationml/2006/main">
  <p:tag name="PLUS_ID" val="detail_0"/>
</p:tagLst>
</file>

<file path=ppt/tags/tag25913237.xml><?xml version="1.0" encoding="utf-8"?>
<p:tagLst xmlns:a="http://schemas.openxmlformats.org/drawingml/2006/main" xmlns:r="http://schemas.openxmlformats.org/officeDocument/2006/relationships" xmlns:p="http://schemas.openxmlformats.org/presentationml/2006/main">
  <p:tag name="PLUS_ID" val="detail_0"/>
</p:tagLst>
</file>

<file path=ppt/tags/tag26011181.xml><?xml version="1.0" encoding="utf-8"?>
<p:tagLst xmlns:a="http://schemas.openxmlformats.org/drawingml/2006/main" xmlns:r="http://schemas.openxmlformats.org/officeDocument/2006/relationships" xmlns:p="http://schemas.openxmlformats.org/presentationml/2006/main">
  <p:tag name="PLUS_ID" val="header_0"/>
</p:tagLst>
</file>

<file path=ppt/tags/tag26011235.xml><?xml version="1.0" encoding="utf-8"?>
<p:tagLst xmlns:a="http://schemas.openxmlformats.org/drawingml/2006/main" xmlns:r="http://schemas.openxmlformats.org/officeDocument/2006/relationships" xmlns:p="http://schemas.openxmlformats.org/presentationml/2006/main">
  <p:tag name="PLUS_ID" val="header_0"/>
</p:tagLst>
</file>

<file path=ppt/tags/tag26414184.xml><?xml version="1.0" encoding="utf-8"?>
<p:tagLst xmlns:a="http://schemas.openxmlformats.org/drawingml/2006/main" xmlns:r="http://schemas.openxmlformats.org/officeDocument/2006/relationships" xmlns:p="http://schemas.openxmlformats.org/presentationml/2006/main">
  <p:tag name="PLUS_ID" val="takeaway"/>
</p:tagLst>
</file>

<file path=ppt/tags/tag26414238.xml><?xml version="1.0" encoding="utf-8"?>
<p:tagLst xmlns:a="http://schemas.openxmlformats.org/drawingml/2006/main" xmlns:r="http://schemas.openxmlformats.org/officeDocument/2006/relationships" xmlns:p="http://schemas.openxmlformats.org/presentationml/2006/main">
  <p:tag name="PLUS_ID" val="takeaway"/>
</p:tagLst>
</file>

<file path=ppt/tags/tag26512182.xml><?xml version="1.0" encoding="utf-8"?>
<p:tagLst xmlns:a="http://schemas.openxmlformats.org/drawingml/2006/main" xmlns:r="http://schemas.openxmlformats.org/officeDocument/2006/relationships" xmlns:p="http://schemas.openxmlformats.org/presentationml/2006/main">
  <p:tag name="PLUS_ID" val="logo"/>
</p:tagLst>
</file>

<file path=ppt/tags/tag26512236.xml><?xml version="1.0" encoding="utf-8"?>
<p:tagLst xmlns:a="http://schemas.openxmlformats.org/drawingml/2006/main" xmlns:r="http://schemas.openxmlformats.org/officeDocument/2006/relationships" xmlns:p="http://schemas.openxmlformats.org/presentationml/2006/main">
  <p:tag name="PLUS_ID" val="logo"/>
</p:tagLst>
</file>

<file path=ppt/tags/tag26610180.xml><?xml version="1.0" encoding="utf-8"?>
<p:tagLst xmlns:a="http://schemas.openxmlformats.org/drawingml/2006/main" xmlns:r="http://schemas.openxmlformats.org/officeDocument/2006/relationships" xmlns:p="http://schemas.openxmlformats.org/presentationml/2006/main">
  <p:tag name="PLUS_ID" val="tip_wrapper"/>
</p:tagLst>
</file>

<file path=ppt/tags/tag26610234.xml><?xml version="1.0" encoding="utf-8"?>
<p:tagLst xmlns:a="http://schemas.openxmlformats.org/drawingml/2006/main" xmlns:r="http://schemas.openxmlformats.org/officeDocument/2006/relationships" xmlns:p="http://schemas.openxmlformats.org/presentationml/2006/main">
  <p:tag name="PLUS_ID" val="tip_wrapper"/>
</p:tagLst>
</file>

<file path=ppt/tags/tag26845255.xml><?xml version="1.0" encoding="utf-8"?>
<p:tagLst xmlns:a="http://schemas.openxmlformats.org/drawingml/2006/main" xmlns:r="http://schemas.openxmlformats.org/officeDocument/2006/relationships" xmlns:p="http://schemas.openxmlformats.org/presentationml/2006/main">
  <p:tag name="PLUS_SLIDE_ID" val="STtV0kmFg4UHqXNmdHYPhM"/>
  <p:tag name="PLUS_SLIDE_PPT_ID" val="734#4247791198"/>
</p:tagLst>
</file>

<file path=ppt/tags/tag268542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62252.xml><?xml version="1.0" encoding="utf-8"?>
<p:tagLst xmlns:a="http://schemas.openxmlformats.org/drawingml/2006/main" xmlns:r="http://schemas.openxmlformats.org/officeDocument/2006/relationships" xmlns:p="http://schemas.openxmlformats.org/presentationml/2006/main">
  <p:tag name="PLUS_ID" val="outro_text"/>
</p:tagLst>
</file>

<file path=ppt/tags/tag26878258.xml><?xml version="1.0" encoding="utf-8"?>
<p:tagLst xmlns:a="http://schemas.openxmlformats.org/drawingml/2006/main" xmlns:r="http://schemas.openxmlformats.org/officeDocument/2006/relationships" xmlns:p="http://schemas.openxmlformats.org/presentationml/2006/main">
  <p:tag name="PLUS_ID" val="logo"/>
</p:tagLst>
</file>

<file path=ppt/tags/tag26887257.xml><?xml version="1.0" encoding="utf-8"?>
<p:tagLst xmlns:a="http://schemas.openxmlformats.org/drawingml/2006/main" xmlns:r="http://schemas.openxmlformats.org/officeDocument/2006/relationships" xmlns:p="http://schemas.openxmlformats.org/presentationml/2006/main">
  <p:tag name="PLUS_ID" val="logo"/>
</p:tagLst>
</file>

<file path=ppt/tags/tag26896256.xml><?xml version="1.0" encoding="utf-8"?>
<p:tagLst xmlns:a="http://schemas.openxmlformats.org/drawingml/2006/main" xmlns:r="http://schemas.openxmlformats.org/officeDocument/2006/relationships" xmlns:p="http://schemas.openxmlformats.org/presentationml/2006/main">
  <p:tag name="PLUS_ID" val="tip_wrapper"/>
</p:tagLst>
</file>

<file path=ppt/tags/tag26903253.xml><?xml version="1.0" encoding="utf-8"?>
<p:tagLst xmlns:a="http://schemas.openxmlformats.org/drawingml/2006/main" xmlns:r="http://schemas.openxmlformats.org/officeDocument/2006/relationships" xmlns:p="http://schemas.openxmlformats.org/presentationml/2006/main">
  <p:tag name="PLUS_ID" val="plus_tip"/>
</p:tagLst>
</file>

<file path=ppt/tags/tag35314198.xml><?xml version="1.0" encoding="utf-8"?>
<p:tagLst xmlns:a="http://schemas.openxmlformats.org/drawingml/2006/main" xmlns:r="http://schemas.openxmlformats.org/officeDocument/2006/relationships" xmlns:p="http://schemas.openxmlformats.org/presentationml/2006/main">
  <p:tag name="PLUS_ID" val="detail_0"/>
</p:tagLst>
</file>

<file path=ppt/tags/tag35410194.xml><?xml version="1.0" encoding="utf-8"?>
<p:tagLst xmlns:a="http://schemas.openxmlformats.org/drawingml/2006/main" xmlns:r="http://schemas.openxmlformats.org/officeDocument/2006/relationships" xmlns:p="http://schemas.openxmlformats.org/presentationml/2006/main">
  <p:tag name="PLUS_ID" val="header_0"/>
</p:tagLst>
</file>

<file path=ppt/tags/tag35815199.xml><?xml version="1.0" encoding="utf-8"?>
<p:tagLst xmlns:a="http://schemas.openxmlformats.org/drawingml/2006/main" xmlns:r="http://schemas.openxmlformats.org/officeDocument/2006/relationships" xmlns:p="http://schemas.openxmlformats.org/presentationml/2006/main">
  <p:tag name="PLUS_ID" val="header_2"/>
</p:tagLst>
</file>

<file path=ppt/tags/tag35913197.xml><?xml version="1.0" encoding="utf-8"?>
<p:tagLst xmlns:a="http://schemas.openxmlformats.org/drawingml/2006/main" xmlns:r="http://schemas.openxmlformats.org/officeDocument/2006/relationships" xmlns:p="http://schemas.openxmlformats.org/presentationml/2006/main">
  <p:tag name="PLUS_ID" val="chapter"/>
</p:tagLst>
</file>

<file path=ppt/tags/tag36316200.xml><?xml version="1.0" encoding="utf-8"?>
<p:tagLst xmlns:a="http://schemas.openxmlformats.org/drawingml/2006/main" xmlns:r="http://schemas.openxmlformats.org/officeDocument/2006/relationships" xmlns:p="http://schemas.openxmlformats.org/presentationml/2006/main">
  <p:tag name="PLUS_ID" val="plus_tip"/>
</p:tagLst>
</file>

<file path=ppt/tags/tag113812107.xml><?xml version="1.0" encoding="utf-8"?>
<p:tagLst xmlns:a="http://schemas.openxmlformats.org/drawingml/2006/main" xmlns:r="http://schemas.openxmlformats.org/officeDocument/2006/relationships" xmlns:p="http://schemas.openxmlformats.org/presentationml/2006/main">
  <p:tag name="PLUS_ID" val="detail"/>
</p:tagLst>
</file>

<file path=ppt/tags/tag113910105.xml><?xml version="1.0" encoding="utf-8"?>
<p:tagLst xmlns:a="http://schemas.openxmlformats.org/drawingml/2006/main" xmlns:r="http://schemas.openxmlformats.org/officeDocument/2006/relationships" xmlns:p="http://schemas.openxmlformats.org/presentationml/2006/main">
  <p:tag name="PLUS_ID" val="header"/>
</p:tagLst>
</file>

<file path=ppt/tags/tag114313108.xml><?xml version="1.0" encoding="utf-8"?>
<p:tagLst xmlns:a="http://schemas.openxmlformats.org/drawingml/2006/main" xmlns:r="http://schemas.openxmlformats.org/officeDocument/2006/relationships" xmlns:p="http://schemas.openxmlformats.org/presentationml/2006/main">
  <p:tag name="PLUS_ID" val="logo"/>
</p:tagLst>
</file>

<file path=ppt/tags/tag114411106.xml><?xml version="1.0" encoding="utf-8"?>
<p:tagLst xmlns:a="http://schemas.openxmlformats.org/drawingml/2006/main" xmlns:r="http://schemas.openxmlformats.org/officeDocument/2006/relationships" xmlns:p="http://schemas.openxmlformats.org/presentationml/2006/main">
  <p:tag name="PLUS_ID" val="tip_wrapper"/>
</p:tagLst>
</file>

<file path=ppt/tags/tag119812120.xml><?xml version="1.0" encoding="utf-8"?>
<p:tagLst xmlns:a="http://schemas.openxmlformats.org/drawingml/2006/main" xmlns:r="http://schemas.openxmlformats.org/officeDocument/2006/relationships" xmlns:p="http://schemas.openxmlformats.org/presentationml/2006/main">
  <p:tag name="PLUS_ID" val="detail"/>
</p:tagLst>
</file>

<file path=ppt/tags/tag119910118.xml><?xml version="1.0" encoding="utf-8"?>
<p:tagLst xmlns:a="http://schemas.openxmlformats.org/drawingml/2006/main" xmlns:r="http://schemas.openxmlformats.org/officeDocument/2006/relationships" xmlns:p="http://schemas.openxmlformats.org/presentationml/2006/main">
  <p:tag name="PLUS_ID" val="header"/>
</p:tagLst>
</file>

<file path=ppt/tags/tag120313121.xml><?xml version="1.0" encoding="utf-8"?>
<p:tagLst xmlns:a="http://schemas.openxmlformats.org/drawingml/2006/main" xmlns:r="http://schemas.openxmlformats.org/officeDocument/2006/relationships" xmlns:p="http://schemas.openxmlformats.org/presentationml/2006/main">
  <p:tag name="PLUS_ID" val="logo"/>
</p:tagLst>
</file>

<file path=ppt/tags/tag120411119.xml><?xml version="1.0" encoding="utf-8"?>
<p:tagLst xmlns:a="http://schemas.openxmlformats.org/drawingml/2006/main" xmlns:r="http://schemas.openxmlformats.org/officeDocument/2006/relationships" xmlns:p="http://schemas.openxmlformats.org/presentationml/2006/main">
  <p:tag name="PLUS_ID" val="tip_wrapper"/>
</p:tagLst>
</file>

<file path=ppt/tags/tag187614157.xml><?xml version="1.0" encoding="utf-8"?>
<p:tagLst xmlns:a="http://schemas.openxmlformats.org/drawingml/2006/main" xmlns:r="http://schemas.openxmlformats.org/officeDocument/2006/relationships" xmlns:p="http://schemas.openxmlformats.org/presentationml/2006/main">
  <p:tag name="PLUS_SLIDE_ID" val="b2vCFSa9Jys7tEU26SE2is"/>
  <p:tag name="PLUS_SLIDE_PPT_ID" val="715#1916250156"/>
</p:tagLst>
</file>

<file path=ppt/tags/tag187711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923166.xml><?xml version="1.0" encoding="utf-8"?>
<p:tagLst xmlns:a="http://schemas.openxmlformats.org/drawingml/2006/main" xmlns:r="http://schemas.openxmlformats.org/officeDocument/2006/relationships" xmlns:p="http://schemas.openxmlformats.org/presentationml/2006/main">
  <p:tag name="PLUS_ID" val="label_1"/>
</p:tagLst>
</file>

<file path=ppt/tags/tag188018161.xml><?xml version="1.0" encoding="utf-8"?>
<p:tagLst xmlns:a="http://schemas.openxmlformats.org/drawingml/2006/main" xmlns:r="http://schemas.openxmlformats.org/officeDocument/2006/relationships" xmlns:p="http://schemas.openxmlformats.org/presentationml/2006/main">
  <p:tag name="PLUS_ID" val="detail_1"/>
</p:tagLst>
</file>

<file path=ppt/tags/tag188115158.xml><?xml version="1.0" encoding="utf-8"?>
<p:tagLst xmlns:a="http://schemas.openxmlformats.org/drawingml/2006/main" xmlns:r="http://schemas.openxmlformats.org/officeDocument/2006/relationships" xmlns:p="http://schemas.openxmlformats.org/presentationml/2006/main">
  <p:tag name="PLUS_ID" val="label_2"/>
</p:tagLst>
</file>

<file path=ppt/tags/tag188424167.xml><?xml version="1.0" encoding="utf-8"?>
<p:tagLst xmlns:a="http://schemas.openxmlformats.org/drawingml/2006/main" xmlns:r="http://schemas.openxmlformats.org/officeDocument/2006/relationships" xmlns:p="http://schemas.openxmlformats.org/presentationml/2006/main">
  <p:tag name="PLUS_ID" val="detail_0"/>
</p:tagLst>
</file>

<file path=ppt/tags/tag188521164.xml><?xml version="1.0" encoding="utf-8"?>
<p:tagLst xmlns:a="http://schemas.openxmlformats.org/drawingml/2006/main" xmlns:r="http://schemas.openxmlformats.org/officeDocument/2006/relationships" xmlns:p="http://schemas.openxmlformats.org/presentationml/2006/main">
  <p:tag name="PLUS_ID" val="value_0"/>
</p:tagLst>
</file>

<file path=ppt/tags/tag188616159.xml><?xml version="1.0" encoding="utf-8"?>
<p:tagLst xmlns:a="http://schemas.openxmlformats.org/drawingml/2006/main" xmlns:r="http://schemas.openxmlformats.org/officeDocument/2006/relationships" xmlns:p="http://schemas.openxmlformats.org/presentationml/2006/main">
  <p:tag name="PLUS_ID" val="value_1"/>
</p:tagLst>
</file>

<file path=ppt/tags/tag188925168.xml><?xml version="1.0" encoding="utf-8"?>
<p:tagLst xmlns:a="http://schemas.openxmlformats.org/drawingml/2006/main" xmlns:r="http://schemas.openxmlformats.org/officeDocument/2006/relationships" xmlns:p="http://schemas.openxmlformats.org/presentationml/2006/main">
  <p:tag name="PLUS_ID" val="detail_3"/>
</p:tagLst>
</file>

<file path=ppt/tags/tag189019162.xml><?xml version="1.0" encoding="utf-8"?>
<p:tagLst xmlns:a="http://schemas.openxmlformats.org/drawingml/2006/main" xmlns:r="http://schemas.openxmlformats.org/officeDocument/2006/relationships" xmlns:p="http://schemas.openxmlformats.org/presentationml/2006/main">
  <p:tag name="PLUS_ID" val="value_3"/>
</p:tagLst>
</file>

<file path=ppt/tags/tag189112155.xml><?xml version="1.0" encoding="utf-8"?>
<p:tagLst xmlns:a="http://schemas.openxmlformats.org/drawingml/2006/main" xmlns:r="http://schemas.openxmlformats.org/officeDocument/2006/relationships" xmlns:p="http://schemas.openxmlformats.org/presentationml/2006/main">
  <p:tag name="PLUS_ID" val="label_4"/>
</p:tagLst>
</file>

<file path=ppt/tags/tag189422165.xml><?xml version="1.0" encoding="utf-8"?>
<p:tagLst xmlns:a="http://schemas.openxmlformats.org/drawingml/2006/main" xmlns:r="http://schemas.openxmlformats.org/officeDocument/2006/relationships" xmlns:p="http://schemas.openxmlformats.org/presentationml/2006/main">
  <p:tag name="PLUS_ID" val="label_5"/>
</p:tagLst>
</file>

<file path=ppt/tags/tag189513156.xml><?xml version="1.0" encoding="utf-8"?>
<p:tagLst xmlns:a="http://schemas.openxmlformats.org/drawingml/2006/main" xmlns:r="http://schemas.openxmlformats.org/officeDocument/2006/relationships" xmlns:p="http://schemas.openxmlformats.org/presentationml/2006/main">
  <p:tag name="PLUS_ID" val="detail_5"/>
</p:tagLst>
</file>

<file path=ppt/tags/tag189726169.xml><?xml version="1.0" encoding="utf-8"?>
<p:tagLst xmlns:a="http://schemas.openxmlformats.org/drawingml/2006/main" xmlns:r="http://schemas.openxmlformats.org/officeDocument/2006/relationships" xmlns:p="http://schemas.openxmlformats.org/presentationml/2006/main">
  <p:tag name="PLUS_ID" val="chapter"/>
</p:tagLst>
</file>

<file path=ppt/tags/tag189820163.xml><?xml version="1.0" encoding="utf-8"?>
<p:tagLst xmlns:a="http://schemas.openxmlformats.org/drawingml/2006/main" xmlns:r="http://schemas.openxmlformats.org/officeDocument/2006/relationships" xmlns:p="http://schemas.openxmlformats.org/presentationml/2006/main">
  <p:tag name="PLUS_ID" val="takeaway"/>
</p:tagLst>
</file>

<file path=ppt/tags/tag189917160.xml><?xml version="1.0" encoding="utf-8"?>
<p:tagLst xmlns:a="http://schemas.openxmlformats.org/drawingml/2006/main" xmlns:r="http://schemas.openxmlformats.org/officeDocument/2006/relationships" xmlns:p="http://schemas.openxmlformats.org/presentationml/2006/main">
  <p:tag name="PLUS_ID" val="logo"/>
</p:tagLst>
</file>

<file path=ppt/tags/tag190010153.xml><?xml version="1.0" encoding="utf-8"?>
<p:tagLst xmlns:a="http://schemas.openxmlformats.org/drawingml/2006/main" xmlns:r="http://schemas.openxmlformats.org/officeDocument/2006/relationships" xmlns:p="http://schemas.openxmlformats.org/presentationml/2006/main">
  <p:tag name="PLUS_ID" val="tip_wrapper"/>
</p:tagLst>
</file>

<file path=ppt/tags/tag203413134.xml><?xml version="1.0" encoding="utf-8"?>
<p:tagLst xmlns:a="http://schemas.openxmlformats.org/drawingml/2006/main" xmlns:r="http://schemas.openxmlformats.org/officeDocument/2006/relationships" xmlns:p="http://schemas.openxmlformats.org/presentationml/2006/main">
  <p:tag name="PLUS_SLIDE_ID" val="b2vCFSa9Jys7tEU26SEDG6"/>
  <p:tag name="PLUS_SLIDE_PPT_ID" val="719#2977822174"/>
</p:tagLst>
</file>

<file path=ppt/tags/tag203510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720141.xml><?xml version="1.0" encoding="utf-8"?>
<p:tagLst xmlns:a="http://schemas.openxmlformats.org/drawingml/2006/main" xmlns:r="http://schemas.openxmlformats.org/officeDocument/2006/relationships" xmlns:p="http://schemas.openxmlformats.org/presentationml/2006/main">
  <p:tag name="PLUS_ID" val="header_0"/>
</p:tagLst>
</file>

<file path=ppt/tags/tag203816137.xml><?xml version="1.0" encoding="utf-8"?>
<p:tagLst xmlns:a="http://schemas.openxmlformats.org/drawingml/2006/main" xmlns:r="http://schemas.openxmlformats.org/officeDocument/2006/relationships" xmlns:p="http://schemas.openxmlformats.org/presentationml/2006/main">
  <p:tag name="PLUS_ID" val="header_2"/>
</p:tagLst>
</file>

<file path=ppt/tags/tag203914135.xml><?xml version="1.0" encoding="utf-8"?>
<p:tagLst xmlns:a="http://schemas.openxmlformats.org/drawingml/2006/main" xmlns:r="http://schemas.openxmlformats.org/officeDocument/2006/relationships" xmlns:p="http://schemas.openxmlformats.org/presentationml/2006/main">
  <p:tag name="PLUS_ID" val="header_1"/>
</p:tagLst>
</file>

<file path=ppt/tags/tag204221142.xml><?xml version="1.0" encoding="utf-8"?>
<p:tagLst xmlns:a="http://schemas.openxmlformats.org/drawingml/2006/main" xmlns:r="http://schemas.openxmlformats.org/officeDocument/2006/relationships" xmlns:p="http://schemas.openxmlformats.org/presentationml/2006/main">
  <p:tag name="PLUS_ID" val="detail_2"/>
</p:tagLst>
</file>

<file path=ppt/tags/tag204318139.xml><?xml version="1.0" encoding="utf-8"?>
<p:tagLst xmlns:a="http://schemas.openxmlformats.org/drawingml/2006/main" xmlns:r="http://schemas.openxmlformats.org/officeDocument/2006/relationships" xmlns:p="http://schemas.openxmlformats.org/presentationml/2006/main">
  <p:tag name="PLUS_ID" val="detail_1"/>
</p:tagLst>
</file>

<file path=ppt/tags/tag204415136.xml><?xml version="1.0" encoding="utf-8"?>
<p:tagLst xmlns:a="http://schemas.openxmlformats.org/drawingml/2006/main" xmlns:r="http://schemas.openxmlformats.org/officeDocument/2006/relationships" xmlns:p="http://schemas.openxmlformats.org/presentationml/2006/main">
  <p:tag name="PLUS_ID" val="detail_3"/>
</p:tagLst>
</file>

<file path=ppt/tags/tag204722143.xml><?xml version="1.0" encoding="utf-8"?>
<p:tagLst xmlns:a="http://schemas.openxmlformats.org/drawingml/2006/main" xmlns:r="http://schemas.openxmlformats.org/officeDocument/2006/relationships" xmlns:p="http://schemas.openxmlformats.org/presentationml/2006/main">
  <p:tag name="PLUS_ID" val="deliverable_1"/>
</p:tagLst>
</file>

<file path=ppt/tags/tag204817138.xml><?xml version="1.0" encoding="utf-8"?>
<p:tagLst xmlns:a="http://schemas.openxmlformats.org/drawingml/2006/main" xmlns:r="http://schemas.openxmlformats.org/officeDocument/2006/relationships" xmlns:p="http://schemas.openxmlformats.org/presentationml/2006/main">
  <p:tag name="PLUS_ID" val="deliverable_3"/>
</p:tagLst>
</file>

<file path=ppt/tags/tag204911132.xml><?xml version="1.0" encoding="utf-8"?>
<p:tagLst xmlns:a="http://schemas.openxmlformats.org/drawingml/2006/main" xmlns:r="http://schemas.openxmlformats.org/officeDocument/2006/relationships" xmlns:p="http://schemas.openxmlformats.org/presentationml/2006/main">
  <p:tag name="PLUS_ID" val="chapter"/>
</p:tagLst>
</file>

<file path=ppt/tags/tag205219140.xml><?xml version="1.0" encoding="utf-8"?>
<p:tagLst xmlns:a="http://schemas.openxmlformats.org/drawingml/2006/main" xmlns:r="http://schemas.openxmlformats.org/officeDocument/2006/relationships" xmlns:p="http://schemas.openxmlformats.org/presentationml/2006/main">
  <p:tag name="PLUS_ID" val="tip_wrapper"/>
</p:tagLst>
</file>

<file path=ppt/tags/tag205312133.xml><?xml version="1.0" encoding="utf-8"?>
<p:tagLst xmlns:a="http://schemas.openxmlformats.org/drawingml/2006/main" xmlns:r="http://schemas.openxmlformats.org/officeDocument/2006/relationships" xmlns:p="http://schemas.openxmlformats.org/presentationml/2006/main">
  <p:tag name="PLUS_ID" val="plus_tip"/>
</p:tagLst>
</file>

<file path=ppt/tags/tag237112212.xml><?xml version="1.0" encoding="utf-8"?>
<p:tagLst xmlns:a="http://schemas.openxmlformats.org/drawingml/2006/main" xmlns:r="http://schemas.openxmlformats.org/officeDocument/2006/relationships" xmlns:p="http://schemas.openxmlformats.org/presentationml/2006/main">
  <p:tag name="PLUS_SLIDE_ID" val="STtV0kmFg4UHqXNmdHXc4Y"/>
  <p:tag name="PLUS_SLIDE_PPT_ID" val="727#4207222408"/>
</p:tagLst>
</file>

<file path=ppt/tags/tag237421221.xml><?xml version="1.0" encoding="utf-8"?>
<p:tagLst xmlns:a="http://schemas.openxmlformats.org/drawingml/2006/main" xmlns:r="http://schemas.openxmlformats.org/officeDocument/2006/relationships" xmlns:p="http://schemas.openxmlformats.org/presentationml/2006/main">
  <p:tag name="PLUS_ID" val="header_3"/>
</p:tagLst>
</file>

<file path=ppt/tags/tag237516216.xml><?xml version="1.0" encoding="utf-8"?>
<p:tagLst xmlns:a="http://schemas.openxmlformats.org/drawingml/2006/main" xmlns:r="http://schemas.openxmlformats.org/officeDocument/2006/relationships" xmlns:p="http://schemas.openxmlformats.org/presentationml/2006/main">
  <p:tag name="PLUS_ID" val="detail_3"/>
</p:tagLst>
</file>

<file path=ppt/tags/tag237613213.xml><?xml version="1.0" encoding="utf-8"?>
<p:tagLst xmlns:a="http://schemas.openxmlformats.org/drawingml/2006/main" xmlns:r="http://schemas.openxmlformats.org/officeDocument/2006/relationships" xmlns:p="http://schemas.openxmlformats.org/presentationml/2006/main">
  <p:tag name="PLUS_ID" val="header_4"/>
</p:tagLst>
</file>

<file path=ppt/tags/tag237922222.xml><?xml version="1.0" encoding="utf-8"?>
<p:tagLst xmlns:a="http://schemas.openxmlformats.org/drawingml/2006/main" xmlns:r="http://schemas.openxmlformats.org/officeDocument/2006/relationships" xmlns:p="http://schemas.openxmlformats.org/presentationml/2006/main">
  <p:tag name="PLUS_ID" val="detail_1"/>
</p:tagLst>
</file>

<file path=ppt/tags/tag238019219.xml><?xml version="1.0" encoding="utf-8"?>
<p:tagLst xmlns:a="http://schemas.openxmlformats.org/drawingml/2006/main" xmlns:r="http://schemas.openxmlformats.org/officeDocument/2006/relationships" xmlns:p="http://schemas.openxmlformats.org/presentationml/2006/main">
  <p:tag name="PLUS_ID" val="header_2"/>
</p:tagLst>
</file>

<file path=ppt/tags/tag238114214.xml><?xml version="1.0" encoding="utf-8"?>
<p:tagLst xmlns:a="http://schemas.openxmlformats.org/drawingml/2006/main" xmlns:r="http://schemas.openxmlformats.org/officeDocument/2006/relationships" xmlns:p="http://schemas.openxmlformats.org/presentationml/2006/main">
  <p:tag name="PLUS_ID" val="detail_2"/>
</p:tagLst>
</file>

<file path=ppt/tags/tag238423223.xml><?xml version="1.0" encoding="utf-8"?>
<p:tagLst xmlns:a="http://schemas.openxmlformats.org/drawingml/2006/main" xmlns:r="http://schemas.openxmlformats.org/officeDocument/2006/relationships" xmlns:p="http://schemas.openxmlformats.org/presentationml/2006/main">
  <p:tag name="PLUS_ID" val="year_3"/>
</p:tagLst>
</file>

<file path=ppt/tags/tag238517217.xml><?xml version="1.0" encoding="utf-8"?>
<p:tagLst xmlns:a="http://schemas.openxmlformats.org/drawingml/2006/main" xmlns:r="http://schemas.openxmlformats.org/officeDocument/2006/relationships" xmlns:p="http://schemas.openxmlformats.org/presentationml/2006/main">
  <p:tag name="PLUS_ID" val="year_4"/>
</p:tagLst>
</file>

<file path=ppt/tags/tag238610210.xml><?xml version="1.0" encoding="utf-8"?>
<p:tagLst xmlns:a="http://schemas.openxmlformats.org/drawingml/2006/main" xmlns:r="http://schemas.openxmlformats.org/officeDocument/2006/relationships" xmlns:p="http://schemas.openxmlformats.org/presentationml/2006/main">
  <p:tag name="PLUS_ID" val="year_1"/>
</p:tagLst>
</file>

<file path=ppt/tags/tag238920220.xml><?xml version="1.0" encoding="utf-8"?>
<p:tagLst xmlns:a="http://schemas.openxmlformats.org/drawingml/2006/main" xmlns:r="http://schemas.openxmlformats.org/officeDocument/2006/relationships" xmlns:p="http://schemas.openxmlformats.org/presentationml/2006/main">
  <p:tag name="PLUS_ID" val="takeaway"/>
</p:tagLst>
</file>

<file path=ppt/tags/tag239011211.xml><?xml version="1.0" encoding="utf-8"?>
<p:tagLst xmlns:a="http://schemas.openxmlformats.org/drawingml/2006/main" xmlns:r="http://schemas.openxmlformats.org/officeDocument/2006/relationships" xmlns:p="http://schemas.openxmlformats.org/presentationml/2006/main">
  <p:tag name="PLUS_ID" val="chapter"/>
</p:tagLst>
</file>

<file path=ppt/tags/tag239224224.xml><?xml version="1.0" encoding="utf-8"?>
<p:tagLst xmlns:a="http://schemas.openxmlformats.org/drawingml/2006/main" xmlns:r="http://schemas.openxmlformats.org/officeDocument/2006/relationships" xmlns:p="http://schemas.openxmlformats.org/presentationml/2006/main">
  <p:tag name="PLUS_ID" val="tip_wrapper"/>
</p:tagLst>
</file>

<file path=ppt/tags/tag239318218.xml><?xml version="1.0" encoding="utf-8"?>
<p:tagLst xmlns:a="http://schemas.openxmlformats.org/drawingml/2006/main" xmlns:r="http://schemas.openxmlformats.org/officeDocument/2006/relationships" xmlns:p="http://schemas.openxmlformats.org/presentationml/2006/main">
  <p:tag name="PLUS_ID" val="plus_tip"/>
</p:tagLst>
</file>

<file path=ppt/theme/theme1.xml><?xml version="1.0" encoding="utf-8"?>
<a:theme xmlns:thm15="http://schemas.microsoft.com/office/thememl/2012/main"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2.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3.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4.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5.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6.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7.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8.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9.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0.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1.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2.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3.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4.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5.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6.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7.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18.xml><?xml version="1.0" encoding="utf-8"?>
<a:theme xmlns:thm15="http://schemas.microsoft.com/office/thememl/2012/main" xmlns:a="http://schemas.openxmlformats.org/drawingml/2006/main" name="office theme">
  <a:themeElements>
    <a:clrScheme name="Plus Default">
      <a:dk1>
        <a:srgbClr val="1A1A1A"/>
      </a:dk1>
      <a:lt1>
        <a:srgbClr val="F4F6F8"/>
      </a:lt1>
      <a:dk2>
        <a:srgbClr val="4A4A4A"/>
      </a:dk2>
      <a:lt2>
        <a:srgbClr val="D9E2EC"/>
      </a:lt2>
      <a:accent1>
        <a:srgbClr val="0052CC"/>
      </a:accent1>
      <a:accent2>
        <a:srgbClr val="002F75"/>
      </a:accent2>
      <a:accent3>
        <a:srgbClr val="246BD3"/>
      </a:accent3>
      <a:accent4>
        <a:srgbClr val="6D9CE2"/>
      </a:accent4>
      <a:accent5>
        <a:srgbClr val="EAF2FF"/>
      </a:accent5>
      <a:accent6>
        <a:srgbClr val="141253"/>
      </a:accent6>
      <a:hlink>
        <a:srgbClr val="4340FF"/>
      </a:hlink>
      <a:folHlink>
        <a:srgbClr val="4340FF"/>
      </a:folHlink>
    </a:clrScheme>
    <a:fontScheme name="Neue Haas Grotesk">
      <a:majorFont>
        <a:latin typeface="Aptos Serif"/>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Shakhabov</dc:creator>
  <cp:lastModifiedBy>Adam Shakhabov</cp:lastModifiedBy>
  <cp:revision>1</cp:revision>
  <dcterms:created xsi:type="dcterms:W3CDTF">2023-07-09T20:28:40Z</dcterms:created>
  <dcterms:modified xsi:type="dcterms:W3CDTF">2023-07-09T20:28:46Z</dcterms:modified>
</cp:coreProperties>
</file>